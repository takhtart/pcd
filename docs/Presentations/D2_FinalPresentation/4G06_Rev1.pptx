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2"/>
  </p:notesMasterIdLst>
  <p:handoutMasterIdLst>
    <p:handoutMasterId r:id="rId23"/>
  </p:handoutMasterIdLst>
  <p:sldIdLst>
    <p:sldId id="256" r:id="rId2"/>
    <p:sldId id="262" r:id="rId3"/>
    <p:sldId id="258" r:id="rId4"/>
    <p:sldId id="296" r:id="rId5"/>
    <p:sldId id="297" r:id="rId6"/>
    <p:sldId id="298" r:id="rId7"/>
    <p:sldId id="299" r:id="rId8"/>
    <p:sldId id="300" r:id="rId9"/>
    <p:sldId id="301" r:id="rId10"/>
    <p:sldId id="303" r:id="rId11"/>
    <p:sldId id="312" r:id="rId12"/>
    <p:sldId id="306" r:id="rId13"/>
    <p:sldId id="307" r:id="rId14"/>
    <p:sldId id="308" r:id="rId15"/>
    <p:sldId id="309" r:id="rId16"/>
    <p:sldId id="310" r:id="rId17"/>
    <p:sldId id="304" r:id="rId18"/>
    <p:sldId id="311" r:id="rId19"/>
    <p:sldId id="305" r:id="rId20"/>
    <p:sldId id="313" r:id="rId21"/>
  </p:sldIdLst>
  <p:sldSz cx="9144000" cy="5143500" type="screen16x9"/>
  <p:notesSz cx="6858000" cy="9144000"/>
  <p:embeddedFontLst>
    <p:embeddedFont>
      <p:font typeface="Open Sans" panose="020B0606030504020204" pitchFamily="34" charset="0"/>
      <p:regular r:id="rId24"/>
      <p:bold r:id="rId25"/>
      <p:italic r:id="rId26"/>
      <p:boldItalic r:id="rId27"/>
    </p:embeddedFont>
    <p:embeddedFont>
      <p:font typeface="Sora"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AA43A9-5D30-4126-A797-C1E08DDA03D2}">
  <a:tblStyle styleId="{02AA43A9-5D30-4126-A797-C1E08DDA03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A959C12-F70D-4E7C-B057-2E1F672FF05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80"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5B09DF-EDED-8EF3-916B-895AB5B376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B156C8A-6343-15D5-89DB-8287B37EA0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096D26-4371-4C0E-87B5-093C839ECD02}" type="datetimeFigureOut">
              <a:rPr lang="en-US" smtClean="0"/>
              <a:t>3/29/2025</a:t>
            </a:fld>
            <a:endParaRPr lang="en-US"/>
          </a:p>
        </p:txBody>
      </p:sp>
      <p:sp>
        <p:nvSpPr>
          <p:cNvPr id="4" name="Footer Placeholder 3">
            <a:extLst>
              <a:ext uri="{FF2B5EF4-FFF2-40B4-BE49-F238E27FC236}">
                <a16:creationId xmlns:a16="http://schemas.microsoft.com/office/drawing/2014/main" id="{0AE0BF33-50C8-602C-1EEF-08F79A4685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F230A39-0714-E6D8-9242-EA96CF450C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44CEB3-397D-4978-992A-3F4C63BA2CD1}" type="slidenum">
              <a:rPr lang="en-US" smtClean="0"/>
              <a:t>‹#›</a:t>
            </a:fld>
            <a:endParaRPr lang="en-US"/>
          </a:p>
        </p:txBody>
      </p:sp>
    </p:spTree>
    <p:extLst>
      <p:ext uri="{BB962C8B-B14F-4D97-AF65-F5344CB8AC3E}">
        <p14:creationId xmlns:p14="http://schemas.microsoft.com/office/powerpoint/2010/main" val="389519686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F9C796C7-28A9-3C36-82E1-EFCC0835995E}"/>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37A89165-3BC7-41D8-E58C-0FDE1BFEB7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B42AFB9A-3334-D6DC-9655-68CDA35FD5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4733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5C2D22EE-0E71-B772-E1E9-EF445035B627}"/>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226E4B24-B6AC-7468-0DCC-EAAF31B82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A92CB5C0-E7EC-D97A-4F0B-B883F90CEE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1540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9">
          <a:extLst>
            <a:ext uri="{FF2B5EF4-FFF2-40B4-BE49-F238E27FC236}">
              <a16:creationId xmlns:a16="http://schemas.microsoft.com/office/drawing/2014/main" id="{282705EE-565A-0535-9D25-1EB7C0498CDB}"/>
            </a:ext>
          </a:extLst>
        </p:cNvPr>
        <p:cNvGrpSpPr/>
        <p:nvPr/>
      </p:nvGrpSpPr>
      <p:grpSpPr>
        <a:xfrm>
          <a:off x="0" y="0"/>
          <a:ext cx="0" cy="0"/>
          <a:chOff x="0" y="0"/>
          <a:chExt cx="0" cy="0"/>
        </a:xfrm>
      </p:grpSpPr>
      <p:sp>
        <p:nvSpPr>
          <p:cNvPr id="1610" name="Google Shape;1610;g184d99d1a72_0_57:notes">
            <a:extLst>
              <a:ext uri="{FF2B5EF4-FFF2-40B4-BE49-F238E27FC236}">
                <a16:creationId xmlns:a16="http://schemas.microsoft.com/office/drawing/2014/main" id="{E05B3A1C-F8A3-A65D-75D6-F1CC57A6B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1" name="Google Shape;1611;g184d99d1a72_0_57:notes">
            <a:extLst>
              <a:ext uri="{FF2B5EF4-FFF2-40B4-BE49-F238E27FC236}">
                <a16:creationId xmlns:a16="http://schemas.microsoft.com/office/drawing/2014/main" id="{A350A5F1-6303-D4F5-25AF-062D4CE0CF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1628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022FED51-1219-64F8-3EDE-11956F2E903E}"/>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67671174-5E31-8C52-B0BD-1FC37AD32C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E4CFEE29-F77B-3294-2213-65C794F09B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318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17CB00BE-E1FD-E318-E405-4521A14FACE2}"/>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561C5BE6-C2FE-5B04-DA25-66255CA01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453210BF-E4AC-ADC9-F448-695BBEC829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2679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34A2793D-4ABF-CC55-BD38-81DE042FD666}"/>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90D2F175-EB32-9623-137A-0082ACD3B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A6FC8CFD-ABC0-0B7B-155E-D1B1DD1482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3208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95544433-B8E8-6F59-C7CC-24E6B1A51036}"/>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3068BBDA-6682-78D0-0379-516CAADB77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1ADCF97A-2719-4CF0-CA37-9BC6D7B50A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4134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a:extLst>
            <a:ext uri="{FF2B5EF4-FFF2-40B4-BE49-F238E27FC236}">
              <a16:creationId xmlns:a16="http://schemas.microsoft.com/office/drawing/2014/main" id="{8BE8C5B4-3CE1-86EF-98B7-9DB43FF21541}"/>
            </a:ext>
          </a:extLst>
        </p:cNvPr>
        <p:cNvGrpSpPr/>
        <p:nvPr/>
      </p:nvGrpSpPr>
      <p:grpSpPr>
        <a:xfrm>
          <a:off x="0" y="0"/>
          <a:ext cx="0" cy="0"/>
          <a:chOff x="0" y="0"/>
          <a:chExt cx="0" cy="0"/>
        </a:xfrm>
      </p:grpSpPr>
      <p:sp>
        <p:nvSpPr>
          <p:cNvPr id="1917" name="Google Shape;1917;g54dda1946d_4_2720:notes">
            <a:extLst>
              <a:ext uri="{FF2B5EF4-FFF2-40B4-BE49-F238E27FC236}">
                <a16:creationId xmlns:a16="http://schemas.microsoft.com/office/drawing/2014/main" id="{C2EC8787-FF00-03F7-39FF-00778B06F4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8" name="Google Shape;1918;g54dda1946d_4_2720:notes">
            <a:extLst>
              <a:ext uri="{FF2B5EF4-FFF2-40B4-BE49-F238E27FC236}">
                <a16:creationId xmlns:a16="http://schemas.microsoft.com/office/drawing/2014/main" id="{B0DD2E45-CD4C-6DF1-3ABA-67C54A8983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6139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0DBA587C-003A-775C-D91E-439F0CFF39A3}"/>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7998BAC3-7D2F-F65E-26E7-1A970416B9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2838FCD8-ADD7-34B4-0C47-F9AB0BED78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4059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5D463A57-6680-7CA2-90B8-EE5B3267AC53}"/>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87BF03DC-1E46-4CFE-3BE1-E46346A6A9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AA2A1691-C470-3C0C-D0D1-3C7002E2EA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9451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BDE921B0-113A-7836-0BCB-5D92188ACAB7}"/>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209A14D5-A27D-5F01-53FA-1FB4ED8FB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71CAFFA3-3B32-F403-3A2E-AFDC6763D8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1585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5CF1BE00-9634-4D38-97D6-52D9E114673A}"/>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ABF07B1B-2950-1F42-4948-271E2359D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3C780A6B-C78E-DFE9-8816-8F5BA5AFD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907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1448FA94-7E33-1E42-8759-68EF965F3F49}"/>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3FC2CB81-7A54-1DD0-5AAE-1A59460B2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41DE07AC-3968-08E1-8149-18BECBAC4D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8088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918461CE-AB6F-131B-CB04-1B5817B329AC}"/>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34051BE3-C196-BACF-0599-647BE972A8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F972DCB2-3C20-918F-AA16-8EED45C281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872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3551656E-C285-3ECF-B06A-F8DA6B5CE71A}"/>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BD1AA2FC-21FE-58AA-A3EE-D7F3F89888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BD2C1BC3-DC71-D305-0DBA-382A16E193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25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5D9FD039-13B6-325D-AF33-18F588339C94}"/>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ECC54DF4-8109-6850-0B52-BF315A74D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C3CBD631-FEF7-7EF0-888F-302B3B6180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9414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0F4B9179-BB68-A973-3BFD-9CC705FC1AA0}"/>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9581AE1C-3F70-39FF-AB9A-72C72424E3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7D07C26A-431A-B9D7-BF7F-3CA1C80030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6149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8" name="Google Shape;48;p5"/>
          <p:cNvSpPr txBox="1">
            <a:spLocks noGrp="1"/>
          </p:cNvSpPr>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4" name="Google Shape;64;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7" name="Google Shape;67;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8" name="Google Shape;68;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69" name="Google Shape;69;p6"/>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720000"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a:spLocks noGrp="1"/>
          </p:cNvSpPr>
          <p:nvPr>
            <p:ph type="title" idx="2" hasCustomPrompt="1"/>
          </p:nvPr>
        </p:nvSpPr>
        <p:spPr>
          <a:xfrm>
            <a:off x="720000"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3" hasCustomPrompt="1"/>
          </p:nvPr>
        </p:nvSpPr>
        <p:spPr>
          <a:xfrm>
            <a:off x="2709178"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title" idx="4" hasCustomPrompt="1"/>
          </p:nvPr>
        </p:nvSpPr>
        <p:spPr>
          <a:xfrm>
            <a:off x="2709178"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a:spLocks noGrp="1"/>
          </p:cNvSpPr>
          <p:nvPr>
            <p:ph type="title" idx="5" hasCustomPrompt="1"/>
          </p:nvPr>
        </p:nvSpPr>
        <p:spPr>
          <a:xfrm>
            <a:off x="4698355"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a:spLocks noGrp="1"/>
          </p:cNvSpPr>
          <p:nvPr>
            <p:ph type="title" idx="6" hasCustomPrompt="1"/>
          </p:nvPr>
        </p:nvSpPr>
        <p:spPr>
          <a:xfrm>
            <a:off x="4698355"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720000"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0" name="Google Shape;130;p13"/>
          <p:cNvSpPr txBox="1">
            <a:spLocks noGrp="1"/>
          </p:cNvSpPr>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1" name="Google Shape;131;p13"/>
          <p:cNvSpPr txBox="1">
            <a:spLocks noGrp="1"/>
          </p:cNvSpPr>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2" name="Google Shape;132;p13"/>
          <p:cNvSpPr txBox="1">
            <a:spLocks noGrp="1"/>
          </p:cNvSpPr>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3" name="Google Shape;133;p13"/>
          <p:cNvSpPr txBox="1">
            <a:spLocks noGrp="1"/>
          </p:cNvSpPr>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4" name="Google Shape;134;p13"/>
          <p:cNvSpPr txBox="1">
            <a:spLocks noGrp="1"/>
          </p:cNvSpPr>
          <p:nvPr>
            <p:ph type="subTitle" idx="14"/>
          </p:nvPr>
        </p:nvSpPr>
        <p:spPr>
          <a:xfrm>
            <a:off x="4698355"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4"/>
        <p:cNvGrpSpPr/>
        <p:nvPr/>
      </p:nvGrpSpPr>
      <p:grpSpPr>
        <a:xfrm>
          <a:off x="0" y="0"/>
          <a:ext cx="0" cy="0"/>
          <a:chOff x="0" y="0"/>
          <a:chExt cx="0" cy="0"/>
        </a:xfrm>
      </p:grpSpPr>
      <p:sp>
        <p:nvSpPr>
          <p:cNvPr id="175" name="Google Shape;175;p16"/>
          <p:cNvSpPr txBox="1">
            <a:spLocks noGrp="1"/>
          </p:cNvSpPr>
          <p:nvPr>
            <p:ph type="subTitle" idx="1"/>
          </p:nvPr>
        </p:nvSpPr>
        <p:spPr>
          <a:xfrm>
            <a:off x="2321755"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6" name="Google Shape;176;p16"/>
          <p:cNvSpPr txBox="1">
            <a:spLocks noGrp="1"/>
          </p:cNvSpPr>
          <p:nvPr>
            <p:ph type="subTitle" idx="2"/>
          </p:nvPr>
        </p:nvSpPr>
        <p:spPr>
          <a:xfrm>
            <a:off x="5614906" y="1748900"/>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7" name="Google Shape;177;p16"/>
          <p:cNvSpPr txBox="1">
            <a:spLocks noGrp="1"/>
          </p:cNvSpPr>
          <p:nvPr>
            <p:ph type="subTitle" idx="3"/>
          </p:nvPr>
        </p:nvSpPr>
        <p:spPr>
          <a:xfrm>
            <a:off x="2321754"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 name="Google Shape;178;p16"/>
          <p:cNvSpPr txBox="1">
            <a:spLocks noGrp="1"/>
          </p:cNvSpPr>
          <p:nvPr>
            <p:ph type="subTitle" idx="4"/>
          </p:nvPr>
        </p:nvSpPr>
        <p:spPr>
          <a:xfrm>
            <a:off x="5614906" y="3409475"/>
            <a:ext cx="2848200" cy="10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9" name="Google Shape;179;p16"/>
          <p:cNvSpPr txBox="1">
            <a:spLocks noGrp="1"/>
          </p:cNvSpPr>
          <p:nvPr>
            <p:ph type="subTitle" idx="5"/>
          </p:nvPr>
        </p:nvSpPr>
        <p:spPr>
          <a:xfrm>
            <a:off x="2321754"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0" name="Google Shape;180;p16"/>
          <p:cNvSpPr txBox="1">
            <a:spLocks noGrp="1"/>
          </p:cNvSpPr>
          <p:nvPr>
            <p:ph type="subTitle" idx="6"/>
          </p:nvPr>
        </p:nvSpPr>
        <p:spPr>
          <a:xfrm>
            <a:off x="2321754"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1" name="Google Shape;181;p16"/>
          <p:cNvSpPr txBox="1">
            <a:spLocks noGrp="1"/>
          </p:cNvSpPr>
          <p:nvPr>
            <p:ph type="subTitle" idx="7"/>
          </p:nvPr>
        </p:nvSpPr>
        <p:spPr>
          <a:xfrm>
            <a:off x="5614879" y="137935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82" name="Google Shape;182;p16"/>
          <p:cNvSpPr txBox="1">
            <a:spLocks noGrp="1"/>
          </p:cNvSpPr>
          <p:nvPr>
            <p:ph type="subTitle" idx="8"/>
          </p:nvPr>
        </p:nvSpPr>
        <p:spPr>
          <a:xfrm>
            <a:off x="5614879" y="3040000"/>
            <a:ext cx="284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87" name="Google Shape;187;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91" name="Google Shape;191;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92" name="Google Shape;192;p16"/>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1" r:id="rId11"/>
    <p:sldLayoutId id="2147483662" r:id="rId12"/>
    <p:sldLayoutId id="2147483665" r:id="rId13"/>
    <p:sldLayoutId id="2147483666"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713225" y="1623974"/>
            <a:ext cx="4370100" cy="144841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900" dirty="0"/>
              <a:t>P.C.D.</a:t>
            </a:r>
            <a:br>
              <a:rPr lang="en" sz="4900" dirty="0"/>
            </a:br>
            <a:r>
              <a:rPr lang="en" sz="2000" b="0" dirty="0"/>
              <a:t>Partially Covered Detection</a:t>
            </a:r>
            <a:br>
              <a:rPr lang="en" sz="2000" b="0" dirty="0"/>
            </a:br>
            <a:r>
              <a:rPr lang="en" sz="2000" b="0" dirty="0"/>
              <a:t>(Team 14)</a:t>
            </a:r>
            <a:endParaRPr sz="2000" b="0" dirty="0"/>
          </a:p>
        </p:txBody>
      </p:sp>
      <p:pic>
        <p:nvPicPr>
          <p:cNvPr id="5" name="Picture 4" descr="A group of people making a heart with their hands&#10;&#10;AI-generated content may be incorrect.">
            <a:extLst>
              <a:ext uri="{FF2B5EF4-FFF2-40B4-BE49-F238E27FC236}">
                <a16:creationId xmlns:a16="http://schemas.microsoft.com/office/drawing/2014/main" id="{77535159-8EA6-9A05-5343-624A21D5317B}"/>
              </a:ext>
            </a:extLst>
          </p:cNvPr>
          <p:cNvPicPr>
            <a:picLocks noChangeAspect="1"/>
          </p:cNvPicPr>
          <p:nvPr/>
        </p:nvPicPr>
        <p:blipFill>
          <a:blip r:embed="rId3"/>
          <a:stretch>
            <a:fillRect/>
          </a:stretch>
        </p:blipFill>
        <p:spPr>
          <a:xfrm>
            <a:off x="4504715" y="1145285"/>
            <a:ext cx="3791027" cy="2788005"/>
          </a:xfrm>
          <a:prstGeom prst="rect">
            <a:avLst/>
          </a:prstGeom>
        </p:spPr>
      </p:pic>
      <p:sp>
        <p:nvSpPr>
          <p:cNvPr id="6" name="TextBox 5">
            <a:extLst>
              <a:ext uri="{FF2B5EF4-FFF2-40B4-BE49-F238E27FC236}">
                <a16:creationId xmlns:a16="http://schemas.microsoft.com/office/drawing/2014/main" id="{793D743F-FF35-0088-EFB3-3DB83BFC8FFD}"/>
              </a:ext>
            </a:extLst>
          </p:cNvPr>
          <p:cNvSpPr txBox="1"/>
          <p:nvPr/>
        </p:nvSpPr>
        <p:spPr>
          <a:xfrm>
            <a:off x="8507186" y="4778573"/>
            <a:ext cx="832757" cy="307777"/>
          </a:xfrm>
          <a:prstGeom prst="rect">
            <a:avLst/>
          </a:prstGeom>
          <a:noFill/>
        </p:spPr>
        <p:txBody>
          <a:bodyPr wrap="square" rtlCol="0">
            <a:spAutoFit/>
          </a:bodyPr>
          <a:lstStyle/>
          <a:p>
            <a:r>
              <a:rPr lang="en-US" dirty="0"/>
              <a:t>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2" name="Google Shape;1592;p30"/>
          <p:cNvSpPr txBox="1">
            <a:spLocks noGrp="1"/>
          </p:cNvSpPr>
          <p:nvPr>
            <p:ph type="subTitle" idx="4"/>
          </p:nvPr>
        </p:nvSpPr>
        <p:spPr>
          <a:xfrm>
            <a:off x="538076" y="2159894"/>
            <a:ext cx="2196600" cy="47199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Tarnveer Takhtar </a:t>
            </a:r>
            <a:endParaRPr dirty="0"/>
          </a:p>
        </p:txBody>
      </p:sp>
      <p:sp>
        <p:nvSpPr>
          <p:cNvPr id="1594" name="Google Shape;1594;p30"/>
          <p:cNvSpPr txBox="1">
            <a:spLocks noGrp="1"/>
          </p:cNvSpPr>
          <p:nvPr>
            <p:ph type="subTitle" idx="1"/>
          </p:nvPr>
        </p:nvSpPr>
        <p:spPr>
          <a:xfrm>
            <a:off x="538076" y="2459819"/>
            <a:ext cx="2196600" cy="6021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Software Engineering </a:t>
            </a:r>
          </a:p>
          <a:p>
            <a:pPr marL="0" lvl="0" indent="0" algn="ctr" rtl="0">
              <a:spcBef>
                <a:spcPts val="0"/>
              </a:spcBef>
              <a:spcAft>
                <a:spcPts val="0"/>
              </a:spcAft>
              <a:buNone/>
            </a:pPr>
            <a:r>
              <a:rPr lang="en-US" dirty="0"/>
              <a:t>(4</a:t>
            </a:r>
            <a:r>
              <a:rPr lang="en-US" baseline="30000" dirty="0"/>
              <a:t>th</a:t>
            </a:r>
            <a:r>
              <a:rPr lang="en-US" dirty="0"/>
              <a:t> Year)</a:t>
            </a:r>
            <a:endParaRPr dirty="0"/>
          </a:p>
        </p:txBody>
      </p:sp>
      <p:sp>
        <p:nvSpPr>
          <p:cNvPr id="8" name="Google Shape;1592;p30">
            <a:extLst>
              <a:ext uri="{FF2B5EF4-FFF2-40B4-BE49-F238E27FC236}">
                <a16:creationId xmlns:a16="http://schemas.microsoft.com/office/drawing/2014/main" id="{B090A54F-90DA-D1CB-4483-E66DA2E98530}"/>
              </a:ext>
            </a:extLst>
          </p:cNvPr>
          <p:cNvSpPr txBox="1">
            <a:spLocks/>
          </p:cNvSpPr>
          <p:nvPr/>
        </p:nvSpPr>
        <p:spPr>
          <a:xfrm>
            <a:off x="2607405" y="3825847"/>
            <a:ext cx="2381561" cy="4719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US" dirty="0"/>
              <a:t>Matthew Bradbury </a:t>
            </a:r>
          </a:p>
        </p:txBody>
      </p:sp>
      <p:sp>
        <p:nvSpPr>
          <p:cNvPr id="9" name="Google Shape;1594;p30">
            <a:extLst>
              <a:ext uri="{FF2B5EF4-FFF2-40B4-BE49-F238E27FC236}">
                <a16:creationId xmlns:a16="http://schemas.microsoft.com/office/drawing/2014/main" id="{324E38A8-A831-4331-D2D8-710994B6F531}"/>
              </a:ext>
            </a:extLst>
          </p:cNvPr>
          <p:cNvSpPr txBox="1">
            <a:spLocks/>
          </p:cNvSpPr>
          <p:nvPr/>
        </p:nvSpPr>
        <p:spPr>
          <a:xfrm>
            <a:off x="2607406" y="4125772"/>
            <a:ext cx="2196600" cy="6021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indent="0" algn="ctr"/>
            <a:r>
              <a:rPr lang="en-US" dirty="0"/>
              <a:t>Software Engineering </a:t>
            </a:r>
          </a:p>
          <a:p>
            <a:pPr marL="0" indent="0" algn="ctr"/>
            <a:r>
              <a:rPr lang="en-US" dirty="0"/>
              <a:t>(4</a:t>
            </a:r>
            <a:r>
              <a:rPr lang="en-US" baseline="30000" dirty="0"/>
              <a:t>th</a:t>
            </a:r>
            <a:r>
              <a:rPr lang="en-US" dirty="0"/>
              <a:t> Year)</a:t>
            </a:r>
          </a:p>
        </p:txBody>
      </p:sp>
      <p:sp>
        <p:nvSpPr>
          <p:cNvPr id="12" name="Google Shape;1592;p30">
            <a:extLst>
              <a:ext uri="{FF2B5EF4-FFF2-40B4-BE49-F238E27FC236}">
                <a16:creationId xmlns:a16="http://schemas.microsoft.com/office/drawing/2014/main" id="{595D7BA0-EF7F-C02B-5C73-FF72A6D440C4}"/>
              </a:ext>
            </a:extLst>
          </p:cNvPr>
          <p:cNvSpPr txBox="1">
            <a:spLocks/>
          </p:cNvSpPr>
          <p:nvPr/>
        </p:nvSpPr>
        <p:spPr>
          <a:xfrm>
            <a:off x="4698828" y="2099753"/>
            <a:ext cx="2196600" cy="4719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lgn="ctr"/>
            <a:r>
              <a:rPr lang="en-US" dirty="0"/>
              <a:t>Harman Bassi</a:t>
            </a:r>
          </a:p>
        </p:txBody>
      </p:sp>
      <p:sp>
        <p:nvSpPr>
          <p:cNvPr id="13" name="Google Shape;1594;p30">
            <a:extLst>
              <a:ext uri="{FF2B5EF4-FFF2-40B4-BE49-F238E27FC236}">
                <a16:creationId xmlns:a16="http://schemas.microsoft.com/office/drawing/2014/main" id="{6EFA961E-247B-9876-DF7C-9EEC6FCDB7AB}"/>
              </a:ext>
            </a:extLst>
          </p:cNvPr>
          <p:cNvSpPr txBox="1">
            <a:spLocks/>
          </p:cNvSpPr>
          <p:nvPr/>
        </p:nvSpPr>
        <p:spPr>
          <a:xfrm>
            <a:off x="4698828" y="2399678"/>
            <a:ext cx="2196600" cy="6021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indent="0" algn="ctr"/>
            <a:r>
              <a:rPr lang="en-US" dirty="0"/>
              <a:t>Software Engineering </a:t>
            </a:r>
          </a:p>
          <a:p>
            <a:pPr marL="0" indent="0" algn="ctr"/>
            <a:r>
              <a:rPr lang="en-US" dirty="0"/>
              <a:t>(4</a:t>
            </a:r>
            <a:r>
              <a:rPr lang="en-US" baseline="30000" dirty="0"/>
              <a:t>th</a:t>
            </a:r>
            <a:r>
              <a:rPr lang="en-US" dirty="0"/>
              <a:t> Year)</a:t>
            </a:r>
          </a:p>
        </p:txBody>
      </p:sp>
      <p:sp>
        <p:nvSpPr>
          <p:cNvPr id="16" name="Google Shape;1592;p30">
            <a:extLst>
              <a:ext uri="{FF2B5EF4-FFF2-40B4-BE49-F238E27FC236}">
                <a16:creationId xmlns:a16="http://schemas.microsoft.com/office/drawing/2014/main" id="{95C80C0B-5BCB-C85E-2653-00E98BC77FA6}"/>
              </a:ext>
            </a:extLst>
          </p:cNvPr>
          <p:cNvSpPr txBox="1">
            <a:spLocks/>
          </p:cNvSpPr>
          <p:nvPr/>
        </p:nvSpPr>
        <p:spPr>
          <a:xfrm>
            <a:off x="6426761" y="3825846"/>
            <a:ext cx="2196600" cy="47199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lgn="ctr"/>
            <a:r>
              <a:rPr lang="en-US" dirty="0"/>
              <a:t>Kyen So</a:t>
            </a:r>
          </a:p>
        </p:txBody>
      </p:sp>
      <p:sp>
        <p:nvSpPr>
          <p:cNvPr id="17" name="Google Shape;1594;p30">
            <a:extLst>
              <a:ext uri="{FF2B5EF4-FFF2-40B4-BE49-F238E27FC236}">
                <a16:creationId xmlns:a16="http://schemas.microsoft.com/office/drawing/2014/main" id="{C797BF7F-54F8-8C3F-90F3-B1E7B1489E14}"/>
              </a:ext>
            </a:extLst>
          </p:cNvPr>
          <p:cNvSpPr txBox="1">
            <a:spLocks/>
          </p:cNvSpPr>
          <p:nvPr/>
        </p:nvSpPr>
        <p:spPr>
          <a:xfrm>
            <a:off x="6426761" y="4125772"/>
            <a:ext cx="2196600" cy="6021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0" indent="0" algn="ctr"/>
            <a:r>
              <a:rPr lang="en-US" dirty="0"/>
              <a:t>Software Engineering </a:t>
            </a:r>
          </a:p>
          <a:p>
            <a:pPr marL="0" indent="0" algn="ctr"/>
            <a:r>
              <a:rPr lang="en-US" dirty="0"/>
              <a:t>(4</a:t>
            </a:r>
            <a:r>
              <a:rPr lang="en-US" baseline="30000" dirty="0"/>
              <a:t>th</a:t>
            </a:r>
            <a:r>
              <a:rPr lang="en-US" dirty="0"/>
              <a:t> Year)</a:t>
            </a:r>
          </a:p>
        </p:txBody>
      </p:sp>
      <p:pic>
        <p:nvPicPr>
          <p:cNvPr id="19" name="Picture 18">
            <a:extLst>
              <a:ext uri="{FF2B5EF4-FFF2-40B4-BE49-F238E27FC236}">
                <a16:creationId xmlns:a16="http://schemas.microsoft.com/office/drawing/2014/main" id="{B1624CD5-1478-B9D1-6351-E39B3EF1CC71}"/>
              </a:ext>
            </a:extLst>
          </p:cNvPr>
          <p:cNvPicPr>
            <a:picLocks noChangeAspect="1"/>
          </p:cNvPicPr>
          <p:nvPr/>
        </p:nvPicPr>
        <p:blipFill>
          <a:blip r:embed="rId3"/>
          <a:stretch>
            <a:fillRect/>
          </a:stretch>
        </p:blipFill>
        <p:spPr>
          <a:xfrm>
            <a:off x="2969009" y="2277188"/>
            <a:ext cx="1658351" cy="1579916"/>
          </a:xfrm>
          <a:prstGeom prst="rect">
            <a:avLst/>
          </a:prstGeom>
        </p:spPr>
      </p:pic>
      <p:pic>
        <p:nvPicPr>
          <p:cNvPr id="21" name="Picture 20">
            <a:extLst>
              <a:ext uri="{FF2B5EF4-FFF2-40B4-BE49-F238E27FC236}">
                <a16:creationId xmlns:a16="http://schemas.microsoft.com/office/drawing/2014/main" id="{19692FF0-3CD1-6757-61D0-F21F30CE423A}"/>
              </a:ext>
            </a:extLst>
          </p:cNvPr>
          <p:cNvPicPr>
            <a:picLocks noChangeAspect="1"/>
          </p:cNvPicPr>
          <p:nvPr/>
        </p:nvPicPr>
        <p:blipFill>
          <a:blip r:embed="rId4"/>
          <a:stretch>
            <a:fillRect/>
          </a:stretch>
        </p:blipFill>
        <p:spPr>
          <a:xfrm>
            <a:off x="5155769" y="545002"/>
            <a:ext cx="1259266" cy="1614892"/>
          </a:xfrm>
          <a:prstGeom prst="rect">
            <a:avLst/>
          </a:prstGeom>
        </p:spPr>
      </p:pic>
      <p:pic>
        <p:nvPicPr>
          <p:cNvPr id="23" name="Picture 22">
            <a:extLst>
              <a:ext uri="{FF2B5EF4-FFF2-40B4-BE49-F238E27FC236}">
                <a16:creationId xmlns:a16="http://schemas.microsoft.com/office/drawing/2014/main" id="{FEFB4606-0469-1CC4-0F3D-9AC0B61C3857}"/>
              </a:ext>
            </a:extLst>
          </p:cNvPr>
          <p:cNvPicPr>
            <a:picLocks noChangeAspect="1"/>
          </p:cNvPicPr>
          <p:nvPr/>
        </p:nvPicPr>
        <p:blipFill>
          <a:blip r:embed="rId5"/>
          <a:stretch>
            <a:fillRect/>
          </a:stretch>
        </p:blipFill>
        <p:spPr>
          <a:xfrm>
            <a:off x="6895428" y="2358052"/>
            <a:ext cx="1561254" cy="1499052"/>
          </a:xfrm>
          <a:prstGeom prst="rect">
            <a:avLst/>
          </a:prstGeom>
        </p:spPr>
      </p:pic>
      <p:pic>
        <p:nvPicPr>
          <p:cNvPr id="27" name="Picture 26">
            <a:extLst>
              <a:ext uri="{FF2B5EF4-FFF2-40B4-BE49-F238E27FC236}">
                <a16:creationId xmlns:a16="http://schemas.microsoft.com/office/drawing/2014/main" id="{0236417A-5258-6E53-C3F5-B67D6FDE8C25}"/>
              </a:ext>
            </a:extLst>
          </p:cNvPr>
          <p:cNvPicPr>
            <a:picLocks noChangeAspect="1"/>
          </p:cNvPicPr>
          <p:nvPr/>
        </p:nvPicPr>
        <p:blipFill>
          <a:blip r:embed="rId6"/>
          <a:stretch>
            <a:fillRect/>
          </a:stretch>
        </p:blipFill>
        <p:spPr>
          <a:xfrm>
            <a:off x="977570" y="530277"/>
            <a:ext cx="1249515" cy="1731392"/>
          </a:xfrm>
          <a:prstGeom prst="rect">
            <a:avLst/>
          </a:prstGeom>
        </p:spPr>
      </p:pic>
      <p:sp>
        <p:nvSpPr>
          <p:cNvPr id="28" name="TextBox 27">
            <a:extLst>
              <a:ext uri="{FF2B5EF4-FFF2-40B4-BE49-F238E27FC236}">
                <a16:creationId xmlns:a16="http://schemas.microsoft.com/office/drawing/2014/main" id="{1A185439-A658-49E7-CA52-0B36A799421A}"/>
              </a:ext>
            </a:extLst>
          </p:cNvPr>
          <p:cNvSpPr txBox="1"/>
          <p:nvPr/>
        </p:nvSpPr>
        <p:spPr>
          <a:xfrm>
            <a:off x="8507186" y="4778573"/>
            <a:ext cx="832757" cy="307777"/>
          </a:xfrm>
          <a:prstGeom prst="rect">
            <a:avLst/>
          </a:prstGeom>
          <a:noFill/>
        </p:spPr>
        <p:txBody>
          <a:bodyPr wrap="square" rtlCol="0">
            <a:spAutoFit/>
          </a:bodyPr>
          <a:lstStyle/>
          <a:p>
            <a:r>
              <a:rPr lang="en-US" dirty="0"/>
              <a:t>2/20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26"/>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072" name="Google Shape;1072;p26"/>
          <p:cNvSpPr txBox="1">
            <a:spLocks noGrp="1"/>
          </p:cNvSpPr>
          <p:nvPr>
            <p:ph type="title"/>
          </p:nvPr>
        </p:nvSpPr>
        <p:spPr>
          <a:xfrm>
            <a:off x="720000"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1073" name="Google Shape;1073;p26"/>
          <p:cNvSpPr txBox="1">
            <a:spLocks noGrp="1"/>
          </p:cNvSpPr>
          <p:nvPr>
            <p:ph type="title" idx="2"/>
          </p:nvPr>
        </p:nvSpPr>
        <p:spPr>
          <a:xfrm>
            <a:off x="720000"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1074" name="Google Shape;1074;p26"/>
          <p:cNvSpPr txBox="1">
            <a:spLocks noGrp="1"/>
          </p:cNvSpPr>
          <p:nvPr>
            <p:ph type="title" idx="3"/>
          </p:nvPr>
        </p:nvSpPr>
        <p:spPr>
          <a:xfrm>
            <a:off x="2709178"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075" name="Google Shape;1075;p26"/>
          <p:cNvSpPr txBox="1">
            <a:spLocks noGrp="1"/>
          </p:cNvSpPr>
          <p:nvPr>
            <p:ph type="title" idx="4"/>
          </p:nvPr>
        </p:nvSpPr>
        <p:spPr>
          <a:xfrm>
            <a:off x="2709178"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76" name="Google Shape;1076;p26"/>
          <p:cNvSpPr txBox="1">
            <a:spLocks noGrp="1"/>
          </p:cNvSpPr>
          <p:nvPr>
            <p:ph type="title" idx="5"/>
          </p:nvPr>
        </p:nvSpPr>
        <p:spPr>
          <a:xfrm>
            <a:off x="4698355"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078" name="Google Shape;1078;p26"/>
          <p:cNvSpPr txBox="1">
            <a:spLocks noGrp="1"/>
          </p:cNvSpPr>
          <p:nvPr>
            <p:ph type="subTitle" idx="1"/>
          </p:nvPr>
        </p:nvSpPr>
        <p:spPr>
          <a:xfrm>
            <a:off x="671220" y="1868202"/>
            <a:ext cx="1745222"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p>
        </p:txBody>
      </p:sp>
      <p:sp>
        <p:nvSpPr>
          <p:cNvPr id="1079" name="Google Shape;1079;p26"/>
          <p:cNvSpPr txBox="1">
            <a:spLocks noGrp="1"/>
          </p:cNvSpPr>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Live Demo</a:t>
            </a:r>
            <a:endParaRPr dirty="0"/>
          </a:p>
        </p:txBody>
      </p:sp>
      <p:sp>
        <p:nvSpPr>
          <p:cNvPr id="1080" name="Google Shape;1080;p26"/>
          <p:cNvSpPr txBox="1">
            <a:spLocks noGrp="1"/>
          </p:cNvSpPr>
          <p:nvPr>
            <p:ph type="subTitle" idx="8"/>
          </p:nvPr>
        </p:nvSpPr>
        <p:spPr>
          <a:xfrm>
            <a:off x="4445646" y="1852268"/>
            <a:ext cx="1846609"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Methodology</a:t>
            </a:r>
          </a:p>
        </p:txBody>
      </p:sp>
      <p:sp>
        <p:nvSpPr>
          <p:cNvPr id="1081" name="Google Shape;1081;p26"/>
          <p:cNvSpPr txBox="1">
            <a:spLocks noGrp="1"/>
          </p:cNvSpPr>
          <p:nvPr>
            <p:ph type="subTitle" idx="9"/>
          </p:nvPr>
        </p:nvSpPr>
        <p:spPr>
          <a:xfrm>
            <a:off x="671220" y="3514248"/>
            <a:ext cx="1840320"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Next Step</a:t>
            </a:r>
            <a:endParaRPr dirty="0"/>
          </a:p>
        </p:txBody>
      </p:sp>
      <p:sp>
        <p:nvSpPr>
          <p:cNvPr id="1082" name="Google Shape;1082;p26"/>
          <p:cNvSpPr txBox="1">
            <a:spLocks noGrp="1"/>
          </p:cNvSpPr>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Questions?</a:t>
            </a:r>
            <a:endParaRPr dirty="0"/>
          </a:p>
        </p:txBody>
      </p:sp>
      <p:grpSp>
        <p:nvGrpSpPr>
          <p:cNvPr id="1084" name="Google Shape;1084;p26"/>
          <p:cNvGrpSpPr/>
          <p:nvPr/>
        </p:nvGrpSpPr>
        <p:grpSpPr>
          <a:xfrm>
            <a:off x="6526624" y="1114375"/>
            <a:ext cx="1986215" cy="3269968"/>
            <a:chOff x="6934075" y="1778325"/>
            <a:chExt cx="689275" cy="1134775"/>
          </a:xfrm>
        </p:grpSpPr>
        <p:sp>
          <p:nvSpPr>
            <p:cNvPr id="1085" name="Google Shape;1085;p26"/>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6"/>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6"/>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6"/>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6"/>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6"/>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6"/>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6"/>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6"/>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6"/>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6"/>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6"/>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6"/>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6"/>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6"/>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6"/>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6"/>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6"/>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6"/>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6"/>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6"/>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6"/>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6"/>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6"/>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6"/>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6"/>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6"/>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6"/>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6"/>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6"/>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6"/>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6"/>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6"/>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6"/>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6"/>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6"/>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6"/>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6"/>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6"/>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6"/>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6"/>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6"/>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6"/>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6"/>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6"/>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6"/>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6"/>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6"/>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6"/>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959ACC1A-30C8-06C2-4449-4EE76BC9268E}"/>
              </a:ext>
            </a:extLst>
          </p:cNvPr>
          <p:cNvSpPr txBox="1"/>
          <p:nvPr/>
        </p:nvSpPr>
        <p:spPr>
          <a:xfrm>
            <a:off x="8507186" y="4778573"/>
            <a:ext cx="832757" cy="307777"/>
          </a:xfrm>
          <a:prstGeom prst="rect">
            <a:avLst/>
          </a:prstGeom>
          <a:noFill/>
        </p:spPr>
        <p:txBody>
          <a:bodyPr wrap="square" rtlCol="0">
            <a:spAutoFit/>
          </a:bodyPr>
          <a:lstStyle/>
          <a:p>
            <a:r>
              <a:rPr lang="en-US" dirty="0"/>
              <a:t>3/20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C6B4EF9D-0C92-9E05-88E4-ABC07D52D984}"/>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49FD6315-121D-09AA-5DF2-D7C469832007}"/>
              </a:ext>
            </a:extLst>
          </p:cNvPr>
          <p:cNvSpPr txBox="1">
            <a:spLocks noGrp="1"/>
          </p:cNvSpPr>
          <p:nvPr>
            <p:ph type="title"/>
          </p:nvPr>
        </p:nvSpPr>
        <p:spPr>
          <a:xfrm>
            <a:off x="4130550" y="25717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endParaRPr dirty="0"/>
          </a:p>
        </p:txBody>
      </p:sp>
      <p:sp>
        <p:nvSpPr>
          <p:cNvPr id="1290" name="Google Shape;1290;p28">
            <a:extLst>
              <a:ext uri="{FF2B5EF4-FFF2-40B4-BE49-F238E27FC236}">
                <a16:creationId xmlns:a16="http://schemas.microsoft.com/office/drawing/2014/main" id="{7D2F692D-4B35-CED8-A458-CAD2CED89FB1}"/>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grpSp>
        <p:nvGrpSpPr>
          <p:cNvPr id="1291" name="Google Shape;1291;p28">
            <a:extLst>
              <a:ext uri="{FF2B5EF4-FFF2-40B4-BE49-F238E27FC236}">
                <a16:creationId xmlns:a16="http://schemas.microsoft.com/office/drawing/2014/main" id="{347C58D1-3D40-C839-19DF-8E429FE623A4}"/>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8E29888E-8B48-462E-9EE4-2AA23515C48F}"/>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0C93D948-A9D8-6644-D8A6-BEA6BC80E314}"/>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6D4CCA3D-14AA-C9FA-B78B-987AF0CAEC8F}"/>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5D175587-9447-3D90-486C-E740C32EE196}"/>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19FEC219-4F34-103C-3AC9-C4BE41FFAE44}"/>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AFEAE26B-A02B-365F-796D-7219EF533692}"/>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56C55725-1CBB-C0E3-19E0-CCF00FDB2CF3}"/>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47FE463D-D133-2010-4CD2-14D28E90B48F}"/>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01F1834A-466E-5392-927D-B6B222A4FE3E}"/>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C6FB249B-935F-D8B7-31D9-8F68814D48C7}"/>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1B0B1813-5B4B-17A1-23A4-014233A092FE}"/>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65E507C5-422B-AEC5-151B-299CCA5E5C99}"/>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62C6D8F7-4AC8-9A7C-4D91-D81DF316C2EA}"/>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F408B45F-C7A5-9152-1C74-FD137BAA04FE}"/>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F26F8961-005E-0C1C-241D-A2052D41853A}"/>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D17F6BC3-BAED-1898-23A6-26675089C3F2}"/>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6129E3F9-7EAD-EA47-8AFA-8B9594C1D051}"/>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952BFCF2-6D8C-4F83-C095-F458AC07373D}"/>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155A22C4-9CA4-AEA3-36EA-02B6E282E32E}"/>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D77F316B-464E-E7FF-4EDF-F3B37B51085B}"/>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75048E05-F476-B5F9-6EF6-8CEDB0DA3F2D}"/>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19EDC88B-4089-7289-2719-246FFB4A0B6B}"/>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3772EDAE-2826-8C72-5AF1-032797BE4C5B}"/>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CD8471F9-D9BE-930F-DDDF-CBE3304F8526}"/>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9D6DF8DA-14D7-2573-5B13-1126ABB0EB76}"/>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9DE2A8FA-6C35-A794-F0B7-1E67EF9B0845}"/>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EDB54EE8-26DB-4D11-690F-D2971A92BC10}"/>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2B311FA5-30C6-C6BF-42EA-C4DF71F750B7}"/>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A9FAACEB-E93D-9459-1E8F-C3562769210E}"/>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1B10DC4E-DCD6-A009-C0DC-B0899033FFE7}"/>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4D68AC2D-A6F2-568A-23D2-1AE2B8D27A15}"/>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E5FEA776-1F25-D97C-25A9-005E8A92590A}"/>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1C7ACBC3-CEFC-DB07-94D1-E9132BB43892}"/>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1279196A-7EF1-C208-2FF6-244EA865ACD9}"/>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587778B9-056F-C73E-7C32-FE9280FB93A9}"/>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4425BBAF-4C7A-23C0-8C97-88319802C94C}"/>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F27399DD-9A7F-4CFE-E640-83B128008D11}"/>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C0F12455-F364-05A1-CF8A-BA62646EE862}"/>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CDBC9A00-63E0-0E36-D599-9D8300185960}"/>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C5E62592-80BF-390D-9533-99794CA934A8}"/>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3E8E0174-52CC-02B1-DAE2-B1F903C62D8F}"/>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F4389F87-62A8-D834-4C07-598256FF873C}"/>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D5C9F4C1-7C01-7C4B-0F37-C154579D5FD6}"/>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84023C4F-9CF2-631E-CDBF-8D93AB7C4A9D}"/>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A766F292-16BD-1847-AB68-99C209F65A09}"/>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CBF3F6C1-B6A2-0F38-8F99-DA67D759EBBA}"/>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00564C2E-CB6E-B9A6-2DE7-030490BC383E}"/>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F0BEA527-D46C-00B7-0185-6500905D908C}"/>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92B4BB2E-A073-6998-37CD-FBE4C8288C42}"/>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51AE0504-D263-6004-31EF-96F906E8C775}"/>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53A1B15C-5859-FEB1-3C62-87A02C60741E}"/>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0978091D-52DD-D033-346F-93E90AF12D29}"/>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9C14FFA8-62B7-A343-8472-480A74E6FB88}"/>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FA02417E-08DA-02DE-3865-254E01511682}"/>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4F9C4865-E96F-8EA7-3C2B-84981F2AB0ED}"/>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AC5EB031-F624-D205-18F8-DD19E57A1571}"/>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2A74107A-1C63-724C-BAC2-53D32156B081}"/>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C9CBD966-A4B1-0BE6-6C7D-D458BC5F8867}"/>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903C2B29-11D3-0CFF-3E50-7D68170C921A}"/>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34414362-D453-A477-A42A-02F90EFA6249}"/>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AA236163-F737-44E4-EF63-0619052879D0}"/>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74CE41DC-7A0F-6766-4243-8DF0FE06CA2E}"/>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1C9F914A-DDE1-E0E1-9895-E39FF58A1FF4}"/>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199211C0-D4B1-EDFD-DCB7-F683809914E5}"/>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04F418FF-F546-F623-F193-6A9A27F2FA44}"/>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AE66CF58-E3A9-A152-AE5C-B0D3D1810A1B}"/>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91253E57-7E53-95BA-DB00-1D44418AC698}"/>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9B364208-4268-586C-8339-7A31C1D0204F}"/>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B878C2A1-2494-5EFD-B61A-A27DD585B382}"/>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C8557258-A24E-59BA-CBC9-E58B6206286C}"/>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F0EF2080-4539-D4E7-2CBC-F29A440B3640}"/>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72522736-636C-81E7-4AEA-04909D0343A4}"/>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455B40E7-759F-159C-FA02-A6F1029F0727}"/>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F2D2C55D-580D-F488-6995-5545A36E29B7}"/>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7FE690D0-DF1C-7B51-71C3-9E0A26B5E2BD}"/>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4A8D5FD5-96F5-5DFD-01F3-AE1D20FC8EBA}"/>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4AEBCADD-5E23-B29D-A768-D1D2D0E4F2AD}"/>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FABDA8E3-440D-20E9-D2CB-6AA50B505E9B}"/>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5D9C89F5-8138-8E9F-9B34-9B0B374A9919}"/>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190E0E5B-36F0-F954-F50B-449F34FD0549}"/>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D8D34BF0-E6F2-45E5-A37C-3C4BF6A8CC18}"/>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DDA136C3-EDC3-D9E3-C4C9-0B46856EDD6F}"/>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733E7EEF-C4A8-2119-CFB5-C0BA2344A3C5}"/>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84B25AC2-FFDE-8FB7-9459-4BB44F1DBA79}"/>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24F0FAC6-1853-C5D7-5E5C-35C1511CC9F4}"/>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A2401364-786E-D5B4-B831-012661A05AA2}"/>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13A5E5F4-5ADA-09BB-EFF1-9F0C1FB9E487}"/>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225E3329-8825-E5B0-D712-6D13B8D4499F}"/>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2EBBC26E-DDCB-C667-DA1E-7682D7DAC11E}"/>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D15CC556-A87C-CABF-F30A-8B1189B32BDA}"/>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AACEF7E7-5C5E-3F7B-955C-EA0FDA17A137}"/>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25FB4FD5-882B-F842-911C-BAA63FF661AA}"/>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C2CA6888-1347-CEF6-B36E-4D753CEC48BF}"/>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A6B8832E-86F7-A374-6B77-4077F0655138}"/>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C98A52B9-554E-D15A-D52A-6B7C2B3B7F7B}"/>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C122F1BF-0727-90F0-4426-843456CD6064}"/>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563A2A34-F0DC-4FB1-FD17-2E406ABB8FD4}"/>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0532D012-713D-CF58-848A-C3251D71FAA9}"/>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1B87399D-034F-43A3-9617-5C3AC3F6014A}"/>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39ED1913-EEC0-DE55-4AF4-1C280A8411D6}"/>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A066D03E-0E84-645F-3A8D-558302623356}"/>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FB1A42DB-AFCE-DC40-B241-81C866D3A3A2}"/>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ADE62FEB-0654-1713-F17F-2D95397D48C5}"/>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F428684D-724B-6287-6E83-F17E4F79E404}"/>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E1A54952-05B9-6437-7B86-E7041F598B98}"/>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A06E3EDD-B42E-D503-6C40-E77C510F0522}"/>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11207EC1-2C0C-1140-2FF2-05CC8568AC1C}"/>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68C6EE7E-2526-DB61-D3CF-D806097CA327}"/>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6472F9C3-F497-EA0E-CE2A-107278D9DFCF}"/>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4C92D78A-D0C4-126C-1DB3-C8E50BA6A709}"/>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DC5C1C99-4D46-7F86-7964-5CB7CB5722A8}"/>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DCFD113B-3FEA-BCEC-CCF3-A90C487E4E66}"/>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3026A2B7-75B9-6ED2-BBC6-D4468906C890}"/>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5781B108-A09D-9264-2509-3B91EF28B6EE}"/>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2E63D00B-5EE2-245F-0F0A-B91B2C7E4E30}"/>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B71F3845-DE96-B4BB-8E28-99F1310A2DD9}"/>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D52F7FA9-BC0B-8953-EEA3-3A76992004F4}"/>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3A287C48-635B-F85A-D26C-90529120E25D}"/>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BA52FD13-5F10-4E26-2447-1CC24E2B61B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02882D8A-9C8E-7BD3-86A4-1C8C6FF1D78C}"/>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938B35A9-47B2-32E1-1C4D-FF27B5EFF179}"/>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FEFA7B23-4033-85D5-C315-8A9CF44C4858}"/>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1C942B80-EA56-4171-85B3-DA70C167F085}"/>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F7C6190F-12FB-B631-E0DE-C9788C5038F4}"/>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6C068F1F-5B8F-9F53-89C3-8B2670FCAF98}"/>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C686289F-A771-D9C7-5F53-C5065A420F48}"/>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023B2420-56BC-2A75-8A88-0C66409D72D2}"/>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B33461A0-CAC1-F23D-2505-7C0B93B98E72}"/>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446499E9-CFE6-ABDF-4D80-9E457D800D05}"/>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8491B5A8-50ED-3BBA-5A64-FE5C610066EF}"/>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B5DE7942-8EF0-A323-ED30-435A5A637CF3}"/>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649F71AA-A657-9E22-9BE6-C94396C97E85}"/>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923413BB-3E6E-5480-B8F3-D4F820497412}"/>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9DEC4113-3BFA-1791-C945-7D851EC65326}"/>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BF35BFA7-B41C-20D7-1EB8-52B67466CF2C}"/>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913B2C7C-80B3-9FF4-ACAC-DA517F25E328}"/>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502CA283-2897-EF7D-FAC7-65245C42DCF4}"/>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760DC4A8-EA27-213B-42FE-3A439AEE8E3E}"/>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EABAD5A4-9D46-262D-6E23-2DC1861419EC}"/>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360DC69E-3800-EC32-DE38-D57C48C21A44}"/>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1D1D3D4B-C209-7A9B-421E-C16A5C1F1590}"/>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33235EF2-2BF3-D8FE-1029-B52B884E02F2}"/>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515FC545-380B-270E-E2B5-B7CE304FB6ED}"/>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D02FC88D-A158-A588-5322-8282D5F805FD}"/>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3DBC538F-AA45-0EEC-B33C-813A8BA4D8BD}"/>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0E6F71BE-D2A5-F27B-CA3E-9EFA82BC607B}"/>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2A3C3F12-3CEC-1064-B1AE-6648AB406C2C}"/>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A219CD41-D393-A072-6B24-D7FC56514B63}"/>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E53877E8-B5CF-9E03-D7EC-0997AD6487D1}"/>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3868D05E-E435-A470-8FBD-B66E53FB7C46}"/>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268AFFBA-81B6-8A6F-E7A0-64FDFBA2B496}"/>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73637064-D086-0AF5-1657-CB1D48085299}"/>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F78F7B29-5FD9-1168-DF1C-5DA4000EB8C9}"/>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7737BC57-C559-2F8A-5F08-E67F5B654573}"/>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F27C3A13-17D2-207F-A25A-6C0A27CF7D4D}"/>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54982AED-CC62-2C15-6C77-AA12E236CA6C}"/>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DA1D0DB0-BBD5-DEF4-35C0-76A2447914F8}"/>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A2DEB13F-9326-A37C-C6E9-A256548E85C6}"/>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DEDFCE22-8673-8B5F-CD4B-945E50A04468}"/>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FFF20D09-7C06-E292-7897-C09A4FB33045}"/>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5D1FF691-32B9-7267-0F75-3C19F5AABD2D}"/>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F8A745AA-07FA-5FA8-D179-F22B7FD32331}"/>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9E63D32A-2558-5B5A-7F1B-E071E46832CA}"/>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94AB42A5-D29E-7AEC-B906-498342E6938E}"/>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D5363E55-EF55-D93A-076C-7280FACEB88A}"/>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1EBE629C-350E-225D-0554-001C49009CEA}"/>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802D5A47-221E-85E0-ED63-E0C9F4CB5461}"/>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A6B8A2BA-FBE4-6616-C05E-D9A6149AB977}"/>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092EDF34-1DE5-2CBE-E57A-03419BFE70D8}"/>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76902FBF-7A94-357D-0DAC-CE80E7C2E30A}"/>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4EA037D8-EBD7-D160-60A2-F66DFC6F5ED6}"/>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3BCC4BE0-CD52-F739-E50F-44687043398D}"/>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AAF7C663-6AB2-8ED5-CA91-8188459CE010}"/>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7781624C-C223-3431-5FBD-F795A579972A}"/>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2523EA82-A55F-9675-15D2-D340457431A5}"/>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6AF87506-C59D-C2F2-A323-855B5551ADD7}"/>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60CAA530-096E-6AD7-3836-4D564CB3FC8C}"/>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2A161911-7DD1-E1D6-98C1-BCFEAD77BF20}"/>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172DEEF2-904E-B801-A444-459D323AE82E}"/>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4C2E61AC-3B34-6869-94F8-1C3CABF11F8C}"/>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74C15626-C4E5-D70D-83F9-2778F287942D}"/>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6A1918CA-6D5D-5FBB-CAA5-8A11390F1535}"/>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36B980D8-A7A8-F63F-7337-42A30E5A6912}"/>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E53274B4-46D0-4228-D9D0-E2CAE70E0650}"/>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6F3A7865-CFCF-6791-9E31-73F3397F7A3E}"/>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9E83AEB3-A5A4-996D-E06D-2FE17CA4C2BC}"/>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3B720F28-351C-5917-110E-18CE536D9BC7}"/>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65EF89AF-CFAA-E158-5A64-845EF3003E89}"/>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ED06A1D5-AA3B-A60B-F5FB-A994316E2479}"/>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25FD70A6-7B10-38C4-5D75-BEC8589249B1}"/>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D8225659-738F-9F01-3426-877367F8CCB8}"/>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14F15A78-E7C6-54C5-9972-16878FD7FF9E}"/>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23E37D7D-86D6-F265-8AFA-0C2B9740AA3A}"/>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8A9ADCFB-91BF-2FB5-5C24-53684CF87A2D}"/>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E1CB6FF0-5772-8BA3-A182-C1E417B20FDA}"/>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F1F09BD9-7608-48B8-6CDF-6F35CCF5AD9E}"/>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9F68EA32-9764-478A-6634-E22E2FBEBD12}"/>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BEF9D354-5490-61C9-A757-540A54B30D95}"/>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7B6B111F-BF04-F0F6-D226-6558F2B34750}"/>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A3B2B806-3365-B395-2DD1-4417608A8C26}"/>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E4B74E05-CABD-B6D4-817C-D7F3E3A2D295}"/>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6972E460-002E-A689-9B21-11E93CD688ED}"/>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2794C669-06F3-6822-4AEE-131F23A6CC0D}"/>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F40B60AB-A4DF-567C-DD3C-001C413CB450}"/>
              </a:ext>
            </a:extLst>
          </p:cNvPr>
          <p:cNvSpPr txBox="1"/>
          <p:nvPr/>
        </p:nvSpPr>
        <p:spPr>
          <a:xfrm>
            <a:off x="8507186" y="4778573"/>
            <a:ext cx="832757" cy="307777"/>
          </a:xfrm>
          <a:prstGeom prst="rect">
            <a:avLst/>
          </a:prstGeom>
          <a:noFill/>
        </p:spPr>
        <p:txBody>
          <a:bodyPr wrap="square" rtlCol="0">
            <a:spAutoFit/>
          </a:bodyPr>
          <a:lstStyle/>
          <a:p>
            <a:r>
              <a:rPr lang="en-US" dirty="0"/>
              <a:t>4/20</a:t>
            </a:r>
          </a:p>
        </p:txBody>
      </p:sp>
    </p:spTree>
    <p:extLst>
      <p:ext uri="{BB962C8B-B14F-4D97-AF65-F5344CB8AC3E}">
        <p14:creationId xmlns:p14="http://schemas.microsoft.com/office/powerpoint/2010/main" val="2440684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360EDFAE-D382-CFF2-F3C6-B6468E1C3C0D}"/>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B603A7C2-8B4E-6107-CF2D-1CBCFCBDF59A}"/>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endParaRPr dirty="0"/>
          </a:p>
        </p:txBody>
      </p:sp>
      <p:sp>
        <p:nvSpPr>
          <p:cNvPr id="1502" name="Google Shape;1502;p29">
            <a:extLst>
              <a:ext uri="{FF2B5EF4-FFF2-40B4-BE49-F238E27FC236}">
                <a16:creationId xmlns:a16="http://schemas.microsoft.com/office/drawing/2014/main" id="{040200E1-22A7-ACB0-875B-583C13FD4CAC}"/>
              </a:ext>
            </a:extLst>
          </p:cNvPr>
          <p:cNvSpPr txBox="1">
            <a:spLocks noGrp="1"/>
          </p:cNvSpPr>
          <p:nvPr>
            <p:ph type="subTitle" idx="2"/>
          </p:nvPr>
        </p:nvSpPr>
        <p:spPr>
          <a:xfrm>
            <a:off x="1155802" y="1877604"/>
            <a:ext cx="6956755" cy="16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t>Our project aims to design software that can reliably detect people using point cloud data. Specifically, our product will be able to accurately and consistently detect people whether they are visually obstructed or not.</a:t>
            </a:r>
            <a:endParaRPr sz="1800" dirty="0"/>
          </a:p>
        </p:txBody>
      </p:sp>
      <p:sp>
        <p:nvSpPr>
          <p:cNvPr id="8" name="TextBox 7">
            <a:extLst>
              <a:ext uri="{FF2B5EF4-FFF2-40B4-BE49-F238E27FC236}">
                <a16:creationId xmlns:a16="http://schemas.microsoft.com/office/drawing/2014/main" id="{4864C4B4-DAAC-A6F4-BE4C-298338B873F9}"/>
              </a:ext>
            </a:extLst>
          </p:cNvPr>
          <p:cNvSpPr txBox="1"/>
          <p:nvPr/>
        </p:nvSpPr>
        <p:spPr>
          <a:xfrm>
            <a:off x="8507186" y="4778573"/>
            <a:ext cx="832757" cy="307777"/>
          </a:xfrm>
          <a:prstGeom prst="rect">
            <a:avLst/>
          </a:prstGeom>
          <a:noFill/>
        </p:spPr>
        <p:txBody>
          <a:bodyPr wrap="square" rtlCol="0">
            <a:spAutoFit/>
          </a:bodyPr>
          <a:lstStyle/>
          <a:p>
            <a:r>
              <a:rPr lang="en-US" dirty="0"/>
              <a:t>5/20</a:t>
            </a:r>
          </a:p>
        </p:txBody>
      </p:sp>
    </p:spTree>
    <p:extLst>
      <p:ext uri="{BB962C8B-B14F-4D97-AF65-F5344CB8AC3E}">
        <p14:creationId xmlns:p14="http://schemas.microsoft.com/office/powerpoint/2010/main" val="425542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2">
          <a:extLst>
            <a:ext uri="{FF2B5EF4-FFF2-40B4-BE49-F238E27FC236}">
              <a16:creationId xmlns:a16="http://schemas.microsoft.com/office/drawing/2014/main" id="{9ABFBF71-E48A-3119-AE9D-C365C02F5282}"/>
            </a:ext>
          </a:extLst>
        </p:cNvPr>
        <p:cNvGrpSpPr/>
        <p:nvPr/>
      </p:nvGrpSpPr>
      <p:grpSpPr>
        <a:xfrm>
          <a:off x="0" y="0"/>
          <a:ext cx="0" cy="0"/>
          <a:chOff x="0" y="0"/>
          <a:chExt cx="0" cy="0"/>
        </a:xfrm>
      </p:grpSpPr>
      <p:sp>
        <p:nvSpPr>
          <p:cNvPr id="1613" name="Google Shape;1613;p31">
            <a:extLst>
              <a:ext uri="{FF2B5EF4-FFF2-40B4-BE49-F238E27FC236}">
                <a16:creationId xmlns:a16="http://schemas.microsoft.com/office/drawing/2014/main" id="{E40D0730-ACAF-F00F-0CB9-FD7C36BC4EDC}"/>
              </a:ext>
            </a:extLst>
          </p:cNvPr>
          <p:cNvSpPr txBox="1">
            <a:spLocks noGrp="1"/>
          </p:cNvSpPr>
          <p:nvPr>
            <p:ph type="subTitle" idx="6"/>
          </p:nvPr>
        </p:nvSpPr>
        <p:spPr>
          <a:xfrm>
            <a:off x="4979759" y="3499279"/>
            <a:ext cx="28482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Assistive Robots</a:t>
            </a:r>
            <a:endParaRPr dirty="0"/>
          </a:p>
        </p:txBody>
      </p:sp>
      <p:sp>
        <p:nvSpPr>
          <p:cNvPr id="1614" name="Google Shape;1614;p31">
            <a:extLst>
              <a:ext uri="{FF2B5EF4-FFF2-40B4-BE49-F238E27FC236}">
                <a16:creationId xmlns:a16="http://schemas.microsoft.com/office/drawing/2014/main" id="{1B27C4AC-8B50-87D6-9A2A-E5AE98B246FF}"/>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 Cases</a:t>
            </a:r>
          </a:p>
        </p:txBody>
      </p:sp>
      <p:sp>
        <p:nvSpPr>
          <p:cNvPr id="1615" name="Google Shape;1615;p31">
            <a:extLst>
              <a:ext uri="{FF2B5EF4-FFF2-40B4-BE49-F238E27FC236}">
                <a16:creationId xmlns:a16="http://schemas.microsoft.com/office/drawing/2014/main" id="{8564EBF8-CFA7-8ACF-B057-0D0DD234BD7F}"/>
              </a:ext>
            </a:extLst>
          </p:cNvPr>
          <p:cNvSpPr txBox="1">
            <a:spLocks noGrp="1"/>
          </p:cNvSpPr>
          <p:nvPr>
            <p:ph type="subTitle" idx="1"/>
          </p:nvPr>
        </p:nvSpPr>
        <p:spPr>
          <a:xfrm>
            <a:off x="1125846" y="3815595"/>
            <a:ext cx="2848200" cy="51270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Furthers research in robot and human interactions</a:t>
            </a:r>
          </a:p>
        </p:txBody>
      </p:sp>
      <p:sp>
        <p:nvSpPr>
          <p:cNvPr id="1617" name="Google Shape;1617;p31">
            <a:extLst>
              <a:ext uri="{FF2B5EF4-FFF2-40B4-BE49-F238E27FC236}">
                <a16:creationId xmlns:a16="http://schemas.microsoft.com/office/drawing/2014/main" id="{E6A56DDC-0714-2E66-748B-51516CCEA36D}"/>
              </a:ext>
            </a:extLst>
          </p:cNvPr>
          <p:cNvSpPr txBox="1">
            <a:spLocks noGrp="1"/>
          </p:cNvSpPr>
          <p:nvPr>
            <p:ph type="subTitle" idx="3"/>
          </p:nvPr>
        </p:nvSpPr>
        <p:spPr>
          <a:xfrm>
            <a:off x="4979759" y="3823587"/>
            <a:ext cx="2848200" cy="10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Assist humanitarian aid and domestic robot development</a:t>
            </a:r>
            <a:endParaRPr dirty="0"/>
          </a:p>
        </p:txBody>
      </p:sp>
      <p:sp>
        <p:nvSpPr>
          <p:cNvPr id="1619" name="Google Shape;1619;p31">
            <a:extLst>
              <a:ext uri="{FF2B5EF4-FFF2-40B4-BE49-F238E27FC236}">
                <a16:creationId xmlns:a16="http://schemas.microsoft.com/office/drawing/2014/main" id="{B3AEF8A1-5A8B-443F-A47B-7846160B391B}"/>
              </a:ext>
            </a:extLst>
          </p:cNvPr>
          <p:cNvSpPr txBox="1">
            <a:spLocks noGrp="1"/>
          </p:cNvSpPr>
          <p:nvPr>
            <p:ph type="subTitle" idx="5"/>
          </p:nvPr>
        </p:nvSpPr>
        <p:spPr>
          <a:xfrm>
            <a:off x="1125846" y="3499279"/>
            <a:ext cx="28482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Robotics Research</a:t>
            </a:r>
            <a:endParaRPr dirty="0"/>
          </a:p>
        </p:txBody>
      </p:sp>
      <p:pic>
        <p:nvPicPr>
          <p:cNvPr id="1026" name="Picture 2" descr="The Latest: Countries sending humanitarian aid after Myanmar earthquake |  WTTV CBS4Indy">
            <a:extLst>
              <a:ext uri="{FF2B5EF4-FFF2-40B4-BE49-F238E27FC236}">
                <a16:creationId xmlns:a16="http://schemas.microsoft.com/office/drawing/2014/main" id="{70A65CF2-C74F-6A80-11D1-828112817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0656" y="1501158"/>
            <a:ext cx="2619375" cy="17315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Robot Human Interaction Image ...">
            <a:extLst>
              <a:ext uri="{FF2B5EF4-FFF2-40B4-BE49-F238E27FC236}">
                <a16:creationId xmlns:a16="http://schemas.microsoft.com/office/drawing/2014/main" id="{97136DAE-2929-3E2C-3189-6311FE1A1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846" y="1566824"/>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914AA49-FB74-F3EF-F164-EA93F7E54624}"/>
              </a:ext>
            </a:extLst>
          </p:cNvPr>
          <p:cNvSpPr txBox="1"/>
          <p:nvPr/>
        </p:nvSpPr>
        <p:spPr>
          <a:xfrm>
            <a:off x="8507186" y="4778573"/>
            <a:ext cx="832757" cy="307777"/>
          </a:xfrm>
          <a:prstGeom prst="rect">
            <a:avLst/>
          </a:prstGeom>
          <a:noFill/>
        </p:spPr>
        <p:txBody>
          <a:bodyPr wrap="square" rtlCol="0">
            <a:spAutoFit/>
          </a:bodyPr>
          <a:lstStyle/>
          <a:p>
            <a:r>
              <a:rPr lang="en-US" dirty="0"/>
              <a:t>6/20</a:t>
            </a:r>
          </a:p>
        </p:txBody>
      </p:sp>
    </p:spTree>
    <p:extLst>
      <p:ext uri="{BB962C8B-B14F-4D97-AF65-F5344CB8AC3E}">
        <p14:creationId xmlns:p14="http://schemas.microsoft.com/office/powerpoint/2010/main" val="3216609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2DC174C7-65D5-9318-CE3E-A72F3BE21268}"/>
            </a:ext>
          </a:extLst>
        </p:cNvPr>
        <p:cNvGrpSpPr/>
        <p:nvPr/>
      </p:nvGrpSpPr>
      <p:grpSpPr>
        <a:xfrm>
          <a:off x="0" y="0"/>
          <a:ext cx="0" cy="0"/>
          <a:chOff x="0" y="0"/>
          <a:chExt cx="0" cy="0"/>
        </a:xfrm>
      </p:grpSpPr>
      <p:sp>
        <p:nvSpPr>
          <p:cNvPr id="1499" name="Google Shape;1499;p29">
            <a:extLst>
              <a:ext uri="{FF2B5EF4-FFF2-40B4-BE49-F238E27FC236}">
                <a16:creationId xmlns:a16="http://schemas.microsoft.com/office/drawing/2014/main" id="{4727D703-2A49-0803-8673-0BFB3BC3AC8A}"/>
              </a:ext>
            </a:extLst>
          </p:cNvPr>
          <p:cNvSpPr txBox="1">
            <a:spLocks noGrp="1"/>
          </p:cNvSpPr>
          <p:nvPr>
            <p:ph type="subTitle" idx="4"/>
          </p:nvPr>
        </p:nvSpPr>
        <p:spPr>
          <a:xfrm>
            <a:off x="5213449" y="1304973"/>
            <a:ext cx="2742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Nonfunctional </a:t>
            </a:r>
            <a:endParaRPr dirty="0"/>
          </a:p>
        </p:txBody>
      </p:sp>
      <p:sp>
        <p:nvSpPr>
          <p:cNvPr id="1500" name="Google Shape;1500;p29">
            <a:extLst>
              <a:ext uri="{FF2B5EF4-FFF2-40B4-BE49-F238E27FC236}">
                <a16:creationId xmlns:a16="http://schemas.microsoft.com/office/drawing/2014/main" id="{034572ED-3183-D4A9-F87A-F8A2F9334C3F}"/>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Requirements/Constraints</a:t>
            </a:r>
            <a:endParaRPr dirty="0"/>
          </a:p>
        </p:txBody>
      </p:sp>
      <p:sp>
        <p:nvSpPr>
          <p:cNvPr id="1501" name="Google Shape;1501;p29">
            <a:extLst>
              <a:ext uri="{FF2B5EF4-FFF2-40B4-BE49-F238E27FC236}">
                <a16:creationId xmlns:a16="http://schemas.microsoft.com/office/drawing/2014/main" id="{E9A3DF2B-5B50-BB8D-8A33-BF0950160F23}"/>
              </a:ext>
            </a:extLst>
          </p:cNvPr>
          <p:cNvSpPr txBox="1">
            <a:spLocks noGrp="1"/>
          </p:cNvSpPr>
          <p:nvPr>
            <p:ph type="subTitle" idx="1"/>
          </p:nvPr>
        </p:nvSpPr>
        <p:spPr>
          <a:xfrm>
            <a:off x="5213449" y="1739400"/>
            <a:ext cx="2742000" cy="1664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600" dirty="0"/>
              <a:t>Usability *</a:t>
            </a:r>
          </a:p>
          <a:p>
            <a:pPr marL="171450" lvl="0" indent="-171450" algn="l" rtl="0">
              <a:lnSpc>
                <a:spcPct val="150000"/>
              </a:lnSpc>
              <a:spcBef>
                <a:spcPts val="0"/>
              </a:spcBef>
              <a:spcAft>
                <a:spcPts val="0"/>
              </a:spcAft>
              <a:buFont typeface="Arial" panose="020B0604020202020204" pitchFamily="34" charset="0"/>
              <a:buChar char="•"/>
            </a:pPr>
            <a:r>
              <a:rPr lang="en-US" sz="1600" dirty="0"/>
              <a:t>Reliability</a:t>
            </a:r>
          </a:p>
          <a:p>
            <a:pPr marL="171450" lvl="0" indent="-171450" algn="l" rtl="0">
              <a:lnSpc>
                <a:spcPct val="150000"/>
              </a:lnSpc>
              <a:spcBef>
                <a:spcPts val="0"/>
              </a:spcBef>
              <a:spcAft>
                <a:spcPts val="0"/>
              </a:spcAft>
              <a:buFont typeface="Arial" panose="020B0604020202020204" pitchFamily="34" charset="0"/>
              <a:buChar char="•"/>
            </a:pPr>
            <a:r>
              <a:rPr lang="en-US" sz="1600" dirty="0"/>
              <a:t>Accuracy</a:t>
            </a:r>
            <a:endParaRPr sz="1600" dirty="0"/>
          </a:p>
        </p:txBody>
      </p:sp>
      <p:sp>
        <p:nvSpPr>
          <p:cNvPr id="1502" name="Google Shape;1502;p29">
            <a:extLst>
              <a:ext uri="{FF2B5EF4-FFF2-40B4-BE49-F238E27FC236}">
                <a16:creationId xmlns:a16="http://schemas.microsoft.com/office/drawing/2014/main" id="{8573A1F1-E50A-295A-768F-522BEA6A9ECF}"/>
              </a:ext>
            </a:extLst>
          </p:cNvPr>
          <p:cNvSpPr txBox="1">
            <a:spLocks noGrp="1"/>
          </p:cNvSpPr>
          <p:nvPr>
            <p:ph type="subTitle" idx="2"/>
          </p:nvPr>
        </p:nvSpPr>
        <p:spPr>
          <a:xfrm>
            <a:off x="864329" y="1739400"/>
            <a:ext cx="3451637" cy="1999452"/>
          </a:xfrm>
          <a:prstGeom prst="rect">
            <a:avLst/>
          </a:prstGeom>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Font typeface="Arial" panose="020B0604020202020204" pitchFamily="34" charset="0"/>
              <a:buChar char="•"/>
            </a:pPr>
            <a:r>
              <a:rPr lang="en-US" sz="1600" dirty="0"/>
              <a:t>Human Detection </a:t>
            </a:r>
          </a:p>
          <a:p>
            <a:pPr marL="285750" lvl="0" indent="-285750" algn="l" rtl="0">
              <a:lnSpc>
                <a:spcPct val="150000"/>
              </a:lnSpc>
              <a:spcBef>
                <a:spcPts val="0"/>
              </a:spcBef>
              <a:spcAft>
                <a:spcPts val="0"/>
              </a:spcAft>
              <a:buFont typeface="Arial" panose="020B0604020202020204" pitchFamily="34" charset="0"/>
              <a:buChar char="•"/>
            </a:pPr>
            <a:r>
              <a:rPr lang="en-US" sz="1600" dirty="0"/>
              <a:t>Location Estimation *</a:t>
            </a:r>
          </a:p>
          <a:p>
            <a:pPr marL="285750" lvl="0" indent="-285750" algn="l" rtl="0">
              <a:lnSpc>
                <a:spcPct val="150000"/>
              </a:lnSpc>
              <a:spcBef>
                <a:spcPts val="0"/>
              </a:spcBef>
              <a:spcAft>
                <a:spcPts val="0"/>
              </a:spcAft>
              <a:buFont typeface="Arial" panose="020B0604020202020204" pitchFamily="34" charset="0"/>
              <a:buChar char="•"/>
            </a:pPr>
            <a:r>
              <a:rPr lang="en-US" sz="1600" dirty="0"/>
              <a:t>Offline Processing</a:t>
            </a:r>
          </a:p>
          <a:p>
            <a:pPr marL="285750" lvl="0" indent="-285750" algn="l" rtl="0">
              <a:lnSpc>
                <a:spcPct val="150000"/>
              </a:lnSpc>
              <a:spcBef>
                <a:spcPts val="0"/>
              </a:spcBef>
              <a:spcAft>
                <a:spcPts val="0"/>
              </a:spcAft>
              <a:buFont typeface="Arial" panose="020B0604020202020204" pitchFamily="34" charset="0"/>
              <a:buChar char="•"/>
            </a:pPr>
            <a:r>
              <a:rPr lang="en-US" sz="1600" dirty="0"/>
              <a:t>Body Pose Variation Handling</a:t>
            </a:r>
          </a:p>
          <a:p>
            <a:pPr marL="285750" lvl="0" indent="-285750" algn="l" rtl="0">
              <a:lnSpc>
                <a:spcPct val="150000"/>
              </a:lnSpc>
              <a:spcBef>
                <a:spcPts val="0"/>
              </a:spcBef>
              <a:spcAft>
                <a:spcPts val="0"/>
              </a:spcAft>
              <a:buFont typeface="Arial" panose="020B0604020202020204" pitchFamily="34" charset="0"/>
              <a:buChar char="•"/>
            </a:pPr>
            <a:r>
              <a:rPr lang="en-US" sz="1600" dirty="0"/>
              <a:t>Integration with Kinect Sensor</a:t>
            </a:r>
          </a:p>
          <a:p>
            <a:pPr marL="285750" lvl="0" indent="-285750" algn="l" rtl="0">
              <a:lnSpc>
                <a:spcPct val="150000"/>
              </a:lnSpc>
              <a:spcBef>
                <a:spcPts val="0"/>
              </a:spcBef>
              <a:spcAft>
                <a:spcPts val="0"/>
              </a:spcAft>
              <a:buFont typeface="Arial" panose="020B0604020202020204" pitchFamily="34" charset="0"/>
              <a:buChar char="•"/>
            </a:pPr>
            <a:r>
              <a:rPr lang="en-US" sz="1600" dirty="0"/>
              <a:t>Real-Time Processing</a:t>
            </a:r>
            <a:endParaRPr sz="1600" dirty="0"/>
          </a:p>
        </p:txBody>
      </p:sp>
      <p:sp>
        <p:nvSpPr>
          <p:cNvPr id="1503" name="Google Shape;1503;p29">
            <a:extLst>
              <a:ext uri="{FF2B5EF4-FFF2-40B4-BE49-F238E27FC236}">
                <a16:creationId xmlns:a16="http://schemas.microsoft.com/office/drawing/2014/main" id="{FA6D7408-9A8D-99D7-AD36-5FCE1C994527}"/>
              </a:ext>
            </a:extLst>
          </p:cNvPr>
          <p:cNvSpPr txBox="1">
            <a:spLocks noGrp="1"/>
          </p:cNvSpPr>
          <p:nvPr>
            <p:ph type="subTitle" idx="3"/>
          </p:nvPr>
        </p:nvSpPr>
        <p:spPr>
          <a:xfrm>
            <a:off x="1025266" y="1304973"/>
            <a:ext cx="2742000" cy="55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Functional</a:t>
            </a:r>
            <a:endParaRPr dirty="0"/>
          </a:p>
        </p:txBody>
      </p:sp>
      <p:sp>
        <p:nvSpPr>
          <p:cNvPr id="6" name="Google Shape;1499;p29">
            <a:extLst>
              <a:ext uri="{FF2B5EF4-FFF2-40B4-BE49-F238E27FC236}">
                <a16:creationId xmlns:a16="http://schemas.microsoft.com/office/drawing/2014/main" id="{B1A7143A-AD33-BE6C-AD13-1F5ED1E12817}"/>
              </a:ext>
            </a:extLst>
          </p:cNvPr>
          <p:cNvSpPr txBox="1">
            <a:spLocks/>
          </p:cNvSpPr>
          <p:nvPr/>
        </p:nvSpPr>
        <p:spPr>
          <a:xfrm>
            <a:off x="5145414" y="3000178"/>
            <a:ext cx="2742000" cy="558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US" dirty="0"/>
              <a:t>Constraints </a:t>
            </a:r>
          </a:p>
        </p:txBody>
      </p:sp>
      <p:sp>
        <p:nvSpPr>
          <p:cNvPr id="8" name="Google Shape;1501;p29">
            <a:extLst>
              <a:ext uri="{FF2B5EF4-FFF2-40B4-BE49-F238E27FC236}">
                <a16:creationId xmlns:a16="http://schemas.microsoft.com/office/drawing/2014/main" id="{BE3D6761-B6B5-1380-9AA8-603FEE8F7D1F}"/>
              </a:ext>
            </a:extLst>
          </p:cNvPr>
          <p:cNvSpPr txBox="1">
            <a:spLocks/>
          </p:cNvSpPr>
          <p:nvPr/>
        </p:nvSpPr>
        <p:spPr>
          <a:xfrm>
            <a:off x="5213449" y="3401676"/>
            <a:ext cx="2485472" cy="12001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171450" indent="-171450">
              <a:lnSpc>
                <a:spcPct val="150000"/>
              </a:lnSpc>
              <a:buFont typeface="Arial" panose="020B0604020202020204" pitchFamily="34" charset="0"/>
              <a:buChar char="•"/>
            </a:pPr>
            <a:r>
              <a:rPr lang="en-US" sz="1600" dirty="0"/>
              <a:t>No Machine Learning</a:t>
            </a:r>
          </a:p>
          <a:p>
            <a:pPr marL="171450" indent="-171450">
              <a:lnSpc>
                <a:spcPct val="150000"/>
              </a:lnSpc>
              <a:buFont typeface="Arial" panose="020B0604020202020204" pitchFamily="34" charset="0"/>
              <a:buChar char="•"/>
            </a:pPr>
            <a:r>
              <a:rPr lang="en-US" sz="1600" dirty="0"/>
              <a:t>Using Kinect Sensor</a:t>
            </a:r>
          </a:p>
        </p:txBody>
      </p:sp>
      <p:sp>
        <p:nvSpPr>
          <p:cNvPr id="9" name="TextBox 8">
            <a:extLst>
              <a:ext uri="{FF2B5EF4-FFF2-40B4-BE49-F238E27FC236}">
                <a16:creationId xmlns:a16="http://schemas.microsoft.com/office/drawing/2014/main" id="{0C095854-90C2-F651-27B2-0B1C206FA0E9}"/>
              </a:ext>
            </a:extLst>
          </p:cNvPr>
          <p:cNvSpPr txBox="1"/>
          <p:nvPr/>
        </p:nvSpPr>
        <p:spPr>
          <a:xfrm>
            <a:off x="8507186" y="4778573"/>
            <a:ext cx="832757" cy="307777"/>
          </a:xfrm>
          <a:prstGeom prst="rect">
            <a:avLst/>
          </a:prstGeom>
          <a:noFill/>
        </p:spPr>
        <p:txBody>
          <a:bodyPr wrap="square" rtlCol="0">
            <a:spAutoFit/>
          </a:bodyPr>
          <a:lstStyle/>
          <a:p>
            <a:r>
              <a:rPr lang="en-US" dirty="0"/>
              <a:t>7/20</a:t>
            </a:r>
          </a:p>
        </p:txBody>
      </p:sp>
    </p:spTree>
    <p:extLst>
      <p:ext uri="{BB962C8B-B14F-4D97-AF65-F5344CB8AC3E}">
        <p14:creationId xmlns:p14="http://schemas.microsoft.com/office/powerpoint/2010/main" val="232697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B22B743D-C660-0019-DB22-ABFD0CEDCC79}"/>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28839E8F-477A-DC2F-96FE-972F2F7FC642}"/>
              </a:ext>
            </a:extLst>
          </p:cNvPr>
          <p:cNvSpPr txBox="1">
            <a:spLocks noGrp="1"/>
          </p:cNvSpPr>
          <p:nvPr>
            <p:ph type="title"/>
          </p:nvPr>
        </p:nvSpPr>
        <p:spPr>
          <a:xfrm>
            <a:off x="4130550" y="25717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Live Demo</a:t>
            </a:r>
            <a:endParaRPr dirty="0"/>
          </a:p>
        </p:txBody>
      </p:sp>
      <p:sp>
        <p:nvSpPr>
          <p:cNvPr id="1290" name="Google Shape;1290;p28">
            <a:extLst>
              <a:ext uri="{FF2B5EF4-FFF2-40B4-BE49-F238E27FC236}">
                <a16:creationId xmlns:a16="http://schemas.microsoft.com/office/drawing/2014/main" id="{F79D4B5D-CA59-A17F-2E38-23423D309368}"/>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1291" name="Google Shape;1291;p28">
            <a:extLst>
              <a:ext uri="{FF2B5EF4-FFF2-40B4-BE49-F238E27FC236}">
                <a16:creationId xmlns:a16="http://schemas.microsoft.com/office/drawing/2014/main" id="{5DD9D8D6-C746-C421-3A7D-3BD4B2DCD9E0}"/>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A1BD58E7-C4E0-1014-E4E0-DC8EBDC0F65E}"/>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ED66456D-5B15-133B-EF69-D0F2C0AFABC3}"/>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1C61816B-1EF1-CA70-CCE5-2BFC2BE8B176}"/>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B76E3189-3699-4411-43A3-584415BC3213}"/>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D396003C-54BE-5E69-47BB-F2604DFA8794}"/>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330AA356-D67B-BA74-3EB3-EB39591CDA65}"/>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29F1C5FD-4142-53AE-98C1-AC78232C028F}"/>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4AC3280F-3ECE-28E9-AAD7-B3B67E771141}"/>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6A0BAB08-782F-7643-5A1B-2493D16F191E}"/>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39F783D4-8139-56CE-9376-C87D2BFB9FC7}"/>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5CD0183E-F3CC-881C-08C2-E5A5A5BE2B6D}"/>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76007330-EF94-AF10-0D66-721EFEE06E14}"/>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CB48251A-4A45-015C-D381-E52EB0F433AC}"/>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3725FAC1-59CB-706E-1E15-0AA2BBFDA427}"/>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D4DACCA5-3598-9FD5-62A9-BA857A6C9674}"/>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407B2DE7-ACFF-C76D-1D15-961BE9161E67}"/>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73E6C6B2-B91E-ECC4-C2C4-1C3B0C3E4ADE}"/>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EC592EB0-F01A-6699-39C8-45510F2B766F}"/>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C8626A79-14D6-F929-AB6A-2022787136D4}"/>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268FA237-A996-849F-F0FB-9B01D6BB7D1E}"/>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D4E8B801-C295-0F04-E7C8-DE92BF2F84D6}"/>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C2154430-DA25-7951-9389-82554CD20BC1}"/>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871A9672-FDB0-8E70-FE84-4EFDD2B7E9F4}"/>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393648AF-B30D-5A90-C7BB-BBCC71061AC4}"/>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83D4AD03-B916-2022-AA39-7021308C48F5}"/>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2B3F6631-5EBA-E459-7C4C-89C93EB52EBD}"/>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719D1E0E-8B95-AAB4-8AFA-F4EA6788AC37}"/>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1C2D08D4-6DDE-81CF-6727-4BDF59FB1013}"/>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3F4663F8-ECC3-3890-D6CB-AD4698A499CA}"/>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FC81A74B-945E-845B-DE4F-4DD27B457449}"/>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19CF9C62-3136-751A-91E5-32E7B66DE0E7}"/>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42E9CCD6-6872-0959-9524-178D1F46A850}"/>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479F423D-5850-EE75-7D38-551045F64A4F}"/>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EF366872-BAA7-8E53-F1D9-ADAE5AA697AD}"/>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66BF49AD-BEA0-2438-97D4-B21021AB076C}"/>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82089526-72EE-58EB-1180-5E30C39E1EFB}"/>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2E006744-FFE7-C6A5-BD8E-718796E9F272}"/>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B4A2088A-0604-7138-9CDD-679B72F2DB4A}"/>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6CEC58BD-857E-495D-9A71-C7B4A8AB2599}"/>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DAB0EB23-C97E-C0A2-064B-345406E9622E}"/>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E2FA80C2-2E08-D06C-62E1-9D8EB436E60E}"/>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4D59E148-0752-C914-D9F0-E1AC7325C6C3}"/>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C3AB7ECE-8757-B606-0D95-360EA997CBB3}"/>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9CF119CA-084A-B355-9D39-F20B8FCADE80}"/>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7E50F4E5-D4DC-DD46-84A4-7239D36FFE27}"/>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5EEAD481-3575-4758-1BE2-B80CBFDFC90B}"/>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377863B9-C16F-4B13-7B0B-2645AB4AA0F2}"/>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A5DC7E26-63F3-3562-14A4-B7DEE91D5DD1}"/>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E9F204CB-049C-7F31-42B6-3B29842DC0E8}"/>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278C7F29-B761-58E7-9459-8F0EE8991910}"/>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E3434B3F-4C12-183F-ACCC-B2B69D12869D}"/>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541A7987-8284-9155-6E77-6DA4272083D2}"/>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EF9896E5-C9EC-2DEB-8674-0A3DB2623919}"/>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B5199C82-5CD2-3643-4912-AB588BBAA94C}"/>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6C2DA03B-1A05-A496-21EB-82635119379B}"/>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1E5F9F91-9EB8-06E9-397D-59D26B17191A}"/>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9FFDF47A-BE5E-C4E1-1B6B-1CED5E87E861}"/>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E0CEE64A-17CC-56FC-3286-432395AD5953}"/>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3605DBE1-F2DB-D88C-6D2B-503F3DEF323C}"/>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E4C57C00-EBE2-ACBA-6EC1-1BBD3FBD4865}"/>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053E6D09-03EB-7E3E-A92E-0689EB0B0E99}"/>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A0BF1AA6-64CE-ECF0-B4A2-42C8EF396B6C}"/>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DDE240D8-7177-0E0E-F180-83922EA6F3DE}"/>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D24E9B52-C840-A60F-EFF7-E1D976934BE1}"/>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7398BE67-8FB3-FEED-5518-EB9F9312C7E1}"/>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98437AB3-4B30-735C-0619-B44BD1F88D97}"/>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0525DD69-DB11-AB96-97D8-4FD84642C7D4}"/>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BFC90B85-CBDD-0C95-45E9-E688C786827F}"/>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C766AA31-2208-D5CD-58FB-626178FAD2B4}"/>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AC6A8185-CDD9-96D8-F8D7-EE0589423294}"/>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FA59CC48-985C-34E7-99FF-971619CF49E0}"/>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940560FE-92AC-3D64-D38E-1BE007B0E9AD}"/>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D6F645E1-947E-94F7-A6BC-0499E032F8C4}"/>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9C7694E5-13A9-BCFA-4675-A9F716344B5A}"/>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99FAC638-2A95-B6C9-F084-C38381AA9DD5}"/>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0FF171E6-739C-6F0B-4483-AC82F4C44D7F}"/>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8D7482B3-CE9D-D516-FB4B-0B7B52ED8970}"/>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727978F5-2B2F-C49D-39D7-E754D614AF30}"/>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46A8D7B6-2928-6B31-C0C6-816EAA0C6CE1}"/>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05706AAA-F6DC-C489-1916-B617049C8616}"/>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2D4B4E1D-892E-4F28-F965-3E9E1921DA9D}"/>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B3AF6915-4A11-4AFA-22D4-23E564FEC71C}"/>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031B2728-EB49-8590-51DC-DE68E529EB49}"/>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86DBB4B6-112B-DBBC-EB8C-C775798BB561}"/>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0FC76990-F229-74FB-04B3-DAC5F2C2D922}"/>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55692960-B842-43CE-2E58-38AB6D4E4056}"/>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5E4FE684-F3FA-261D-5A19-2C6291D6B47E}"/>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A3ACF30F-A060-2DFD-2A93-88F3486B96BB}"/>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ECD43DAC-0E3E-0F90-86B1-18D0361264AF}"/>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3BA946E6-732F-30DB-2B4B-5D288EF8D407}"/>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917DE40D-55D6-4D5A-4CAC-4F1032D4518C}"/>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C6D64312-F7DC-1B88-27C6-7CC105080AAA}"/>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76898C8A-B6A9-C07F-4647-BD5BF761C89C}"/>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EB538B22-6727-BBF2-0012-2129B115BDA1}"/>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C3786B59-A0FF-58D6-BAB0-3DB1804893BD}"/>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362CF227-CF3E-9F53-AF90-E81BFF49BA69}"/>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DEB42CFB-8A55-1649-B596-EF7BEECC162D}"/>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AA75FC74-A9D5-62AC-5F9B-4E21F5AF98E9}"/>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B17D88D3-9719-FD7F-9EF9-B4782E93CF91}"/>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A5495BE7-3358-4969-46F8-38337518AA3A}"/>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BCD25E14-A5D9-9B7D-0A44-024E512A50AC}"/>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7BEDD675-F439-FD99-8A81-28796FD2034A}"/>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187D6D7F-9014-0E41-6671-4632168E6345}"/>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34A71D25-DECE-62E5-B5AF-9C05E34AA78D}"/>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B8742052-B142-5B35-2A75-8AFF480DB175}"/>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C48F8585-5852-9162-F328-E5EE4D8790C0}"/>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57D9C2DD-3ACC-95B7-5CC8-C1500EE6019D}"/>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3FBFDA46-E3A9-F9A4-3A33-16CCDEDE2197}"/>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B0B4E870-D40B-E8A0-6687-BE7F270B2D9C}"/>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2C530C94-1709-C627-D1E8-E63E1A1607D5}"/>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66F791FC-6858-CF45-3C55-7BAC18289739}"/>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86F63DFF-455C-1EAC-99B1-AA448876A735}"/>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F43324B3-805D-663E-C806-AC2168C9DAB7}"/>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A97FD4BD-3483-B3E6-A57E-3CC3D8E99B76}"/>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60D462E0-9F55-8675-E92A-3CA99B272A34}"/>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35C75B8F-6DC2-B3ED-A800-EC7DF7C53899}"/>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346C4900-FBFA-4143-59D1-BB555E5A389A}"/>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2D75A13D-ADDE-CA9A-6094-A063DA6FAF1B}"/>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FFD5D336-033A-FA0D-3803-C134114D386B}"/>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ECD0588D-5271-B8B2-0D02-A351443EC8CA}"/>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CF80A7E2-5A7A-AFD5-4B0A-C13FDC0EB49D}"/>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56819218-FD29-A172-D7AE-5766D0C2C6B8}"/>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C6FC091B-5592-F2D8-940A-B98180351AD4}"/>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208603EC-039F-A0CE-259A-76D93449963B}"/>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656B1C9A-5E47-5B70-A683-704EA02F47BB}"/>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6D31C33A-E101-9CBA-5EA8-560628623778}"/>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40BB0EDE-4738-2147-A206-A5FA4A4FB55F}"/>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439B4B52-F2A7-1016-2CF9-D57ABDF1DD04}"/>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BB073688-67DA-0BA3-CEBC-9167971E364E}"/>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3A41BC57-4A92-68F4-3D07-D02261EE7F4F}"/>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A99DDD53-82BB-6763-7AB3-8D9714A0B0CD}"/>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267ECF84-BDCD-2508-6319-7C9597049E30}"/>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5F4578E0-60D4-1A7A-4974-DE31ED900F45}"/>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3F1A33A5-5D26-A435-94AB-7F15E38EF47F}"/>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045A4202-0C97-6D88-6CCF-AB322076AE47}"/>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2FBD1E1D-DCAD-9659-DCC3-62A68898B414}"/>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B6BF3E28-4A5E-11AD-4154-D90249EA3014}"/>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59489315-6A72-01D7-B1A0-59A1F16E7D85}"/>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A5648EBE-C1AC-96E7-6AFD-EEAFCAB237C8}"/>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C65E628B-7F8F-7E43-7D74-B7324CC55B5B}"/>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18BE712B-1829-65DB-CD24-9B68A23D6FDA}"/>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D7A78B4D-E983-A050-7FC7-CF1CEA54A2C6}"/>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17DF3330-7A6F-2FCF-0CB8-11B90016704C}"/>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E671BB5E-A359-F5C9-DF40-F90EEA87465C}"/>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645BBC8A-F97A-D2BD-94A1-5E2B151A6D33}"/>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EEF66C11-FC25-8840-DC82-5242EAC2DEE7}"/>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984AEC05-8165-7035-355D-FB75306D3938}"/>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DF9A473B-A166-560C-240C-7C9152887B12}"/>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A04B5897-80CA-B895-F258-789141B562EE}"/>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CFBFE455-BFC3-99A3-A420-2D80279E9552}"/>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0B0EEA29-F370-4744-3E70-95D50420DCAA}"/>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1CDB320D-DDF7-3D1C-A6A2-F5ECB9E41238}"/>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106F1A8E-3120-BD72-C014-9B3280CBC29D}"/>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21385015-269A-CFA2-3EC0-FC1B561382E1}"/>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5669F580-81C7-7961-D52D-E068DAEC9481}"/>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0B00A092-EBB8-6D27-2924-B42D634CA222}"/>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95054741-FD59-3F69-5340-46BD3730ED52}"/>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23E026C5-E6F5-272F-9774-35D917DBE635}"/>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FEF01E16-24EF-5CEF-8E86-25DC25A11E31}"/>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3D7A7EAE-7F23-600F-6693-A17A6F37A5AA}"/>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9A68675E-F249-004C-B495-98C90F167BD9}"/>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59F54712-86B7-83CB-35E6-B454769572EC}"/>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27D1DDCB-0BE0-1438-4EC3-151C4634072A}"/>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50576B7B-861F-211A-DCB6-5F9CF07A20FC}"/>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1FBD6DBA-3C48-FF3D-6EB5-F9672B1F91DF}"/>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E643C7B7-A606-87F6-378F-5A3CB85C43E3}"/>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FC2FE5F9-F915-0D44-C060-060952A34117}"/>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FDD72670-87F6-AF04-D937-6A836BA3144D}"/>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DF6725B1-9CD7-A0E3-0F64-D36108A7F0D2}"/>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EF82A60D-38F6-A414-2EC8-831335123573}"/>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3E46E7D8-ECA2-E8F1-7D17-72468DD77EE6}"/>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D5B1A81B-59F2-D33D-03B0-F77E815BE0CA}"/>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8753ACA5-2E32-F3A2-1A3B-F370C78E287B}"/>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A17CCE08-400F-7E66-A149-77A1BD9216E2}"/>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A5A5897A-C13F-8E27-5B14-F87C9EEB199A}"/>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8024EBA8-A73B-8A67-6764-5D832A83FEF7}"/>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D1AB3B8F-4818-DDCE-3F67-44F03E492E48}"/>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590D72EB-C28F-CF69-96E6-31DEE53C4A6D}"/>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96EF4281-7C1A-735E-124E-BD202D5FB5DA}"/>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F0147C66-89B8-2E7B-158F-B4CE41F938A7}"/>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1F82033B-FCDE-7251-DDD3-F38E4EDF99A8}"/>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80F35FB0-F73B-C232-F7CC-6D694FFF2DFB}"/>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61EDDD54-52C1-8E10-F690-3F206720C8E4}"/>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BB69B867-7FB6-77EB-8E62-65EE7792DA4F}"/>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69636322-235A-4741-FA81-6DE3B5844F29}"/>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5EAA0746-4F29-F6F8-F1AE-B9AC76497BF0}"/>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29B16761-B33D-9910-A567-651EAB89F2FE}"/>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23EDC0B8-F54B-CE40-57B0-9CC4F3D71A57}"/>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6FC9D375-4326-9860-C97E-A6EB9EA503F1}"/>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366B1BEE-FDCB-CD8E-8AD4-3B3B0F77D307}"/>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918AD0E7-4C35-F160-C83B-FDFFD3E2BA0F}"/>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651EA006-7AD5-2B93-92DB-3D2E6C410E2F}"/>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85500DC6-41FE-4168-ECCF-3DAB51068C54}"/>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4F3B57E4-39BC-1F25-DA1E-3F2243851C26}"/>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AE0DFDF8-2284-343B-EE19-60539F19D851}"/>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69320B56-56CC-0976-6C4E-E6A61D67E62B}"/>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1B08B874-7FD3-5D11-2A29-E4A4F7C9F6B6}"/>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E78C4F86-4FAB-B71C-15DD-CCBFBC146BA5}"/>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20310816-5084-7DC3-679E-1DC9BCED0A33}"/>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8B0D5695-00FC-C5B6-320D-3E4E25F9E713}"/>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B2B2A7F1-6AD0-7C1E-6479-FBFB519D6140}"/>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7FE61EDC-3308-BD39-FF29-967A53E68811}"/>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B5069223-1C3B-1E26-5870-59F668494D35}"/>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DC923157-F4E4-CACC-ECA0-49FAFF21A59E}"/>
              </a:ext>
            </a:extLst>
          </p:cNvPr>
          <p:cNvSpPr txBox="1"/>
          <p:nvPr/>
        </p:nvSpPr>
        <p:spPr>
          <a:xfrm>
            <a:off x="8507186" y="4778573"/>
            <a:ext cx="832757" cy="307777"/>
          </a:xfrm>
          <a:prstGeom prst="rect">
            <a:avLst/>
          </a:prstGeom>
          <a:noFill/>
        </p:spPr>
        <p:txBody>
          <a:bodyPr wrap="square" rtlCol="0">
            <a:spAutoFit/>
          </a:bodyPr>
          <a:lstStyle/>
          <a:p>
            <a:r>
              <a:rPr lang="en-US" dirty="0"/>
              <a:t>8/20</a:t>
            </a:r>
          </a:p>
        </p:txBody>
      </p:sp>
    </p:spTree>
    <p:extLst>
      <p:ext uri="{BB962C8B-B14F-4D97-AF65-F5344CB8AC3E}">
        <p14:creationId xmlns:p14="http://schemas.microsoft.com/office/powerpoint/2010/main" val="351295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6A0B3380-CC4A-839D-2EB2-698059DC42C8}"/>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007E9CEB-B18A-997F-0B09-020819B70E5F}"/>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Demo</a:t>
            </a:r>
            <a:endParaRPr dirty="0"/>
          </a:p>
        </p:txBody>
      </p:sp>
      <p:sp>
        <p:nvSpPr>
          <p:cNvPr id="10" name="Google Shape;1619;p31">
            <a:extLst>
              <a:ext uri="{FF2B5EF4-FFF2-40B4-BE49-F238E27FC236}">
                <a16:creationId xmlns:a16="http://schemas.microsoft.com/office/drawing/2014/main" id="{94250ADA-AFD6-463E-BB0D-B804368E3620}"/>
              </a:ext>
            </a:extLst>
          </p:cNvPr>
          <p:cNvSpPr txBox="1">
            <a:spLocks/>
          </p:cNvSpPr>
          <p:nvPr/>
        </p:nvSpPr>
        <p:spPr>
          <a:xfrm>
            <a:off x="288106" y="3499279"/>
            <a:ext cx="28482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Fully Visible</a:t>
            </a:r>
          </a:p>
        </p:txBody>
      </p:sp>
      <p:sp>
        <p:nvSpPr>
          <p:cNvPr id="11" name="Google Shape;1619;p31">
            <a:extLst>
              <a:ext uri="{FF2B5EF4-FFF2-40B4-BE49-F238E27FC236}">
                <a16:creationId xmlns:a16="http://schemas.microsoft.com/office/drawing/2014/main" id="{8C3EDDE4-E0DC-A5E3-C328-58B58AEF241B}"/>
              </a:ext>
            </a:extLst>
          </p:cNvPr>
          <p:cNvSpPr txBox="1">
            <a:spLocks/>
          </p:cNvSpPr>
          <p:nvPr/>
        </p:nvSpPr>
        <p:spPr>
          <a:xfrm>
            <a:off x="2953028" y="3499279"/>
            <a:ext cx="28482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Partially Obstructed</a:t>
            </a:r>
          </a:p>
        </p:txBody>
      </p:sp>
      <p:sp>
        <p:nvSpPr>
          <p:cNvPr id="12" name="Google Shape;1619;p31">
            <a:extLst>
              <a:ext uri="{FF2B5EF4-FFF2-40B4-BE49-F238E27FC236}">
                <a16:creationId xmlns:a16="http://schemas.microsoft.com/office/drawing/2014/main" id="{1ADA9F46-DE91-9E28-A37C-082E1469BD49}"/>
              </a:ext>
            </a:extLst>
          </p:cNvPr>
          <p:cNvSpPr txBox="1">
            <a:spLocks/>
          </p:cNvSpPr>
          <p:nvPr/>
        </p:nvSpPr>
        <p:spPr>
          <a:xfrm>
            <a:off x="5711952" y="3499279"/>
            <a:ext cx="28482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Partially Out of Frame</a:t>
            </a:r>
          </a:p>
        </p:txBody>
      </p:sp>
      <p:cxnSp>
        <p:nvCxnSpPr>
          <p:cNvPr id="14" name="Straight Connector 13">
            <a:extLst>
              <a:ext uri="{FF2B5EF4-FFF2-40B4-BE49-F238E27FC236}">
                <a16:creationId xmlns:a16="http://schemas.microsoft.com/office/drawing/2014/main" id="{0EC222F8-B803-8908-99B2-26536B175021}"/>
              </a:ext>
            </a:extLst>
          </p:cNvPr>
          <p:cNvCxnSpPr>
            <a:cxnSpLocks/>
          </p:cNvCxnSpPr>
          <p:nvPr/>
        </p:nvCxnSpPr>
        <p:spPr>
          <a:xfrm>
            <a:off x="2945713" y="1114375"/>
            <a:ext cx="0" cy="345762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28F7B85D-405F-66B5-E448-4D7F4E1FD0E3}"/>
              </a:ext>
            </a:extLst>
          </p:cNvPr>
          <p:cNvCxnSpPr>
            <a:cxnSpLocks/>
          </p:cNvCxnSpPr>
          <p:nvPr/>
        </p:nvCxnSpPr>
        <p:spPr>
          <a:xfrm>
            <a:off x="5792420" y="1040004"/>
            <a:ext cx="0" cy="3457625"/>
          </a:xfrm>
          <a:prstGeom prst="line">
            <a:avLst/>
          </a:prstGeom>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id="{BECA23AF-26D6-332F-0E8D-5350CE6254DC}"/>
              </a:ext>
            </a:extLst>
          </p:cNvPr>
          <p:cNvPicPr>
            <a:picLocks noChangeAspect="1"/>
          </p:cNvPicPr>
          <p:nvPr/>
        </p:nvPicPr>
        <p:blipFill>
          <a:blip r:embed="rId3"/>
          <a:stretch>
            <a:fillRect/>
          </a:stretch>
        </p:blipFill>
        <p:spPr>
          <a:xfrm>
            <a:off x="6262079" y="1253501"/>
            <a:ext cx="1946647" cy="2245778"/>
          </a:xfrm>
          <a:prstGeom prst="rect">
            <a:avLst/>
          </a:prstGeom>
        </p:spPr>
      </p:pic>
      <p:pic>
        <p:nvPicPr>
          <p:cNvPr id="22" name="Picture 21">
            <a:extLst>
              <a:ext uri="{FF2B5EF4-FFF2-40B4-BE49-F238E27FC236}">
                <a16:creationId xmlns:a16="http://schemas.microsoft.com/office/drawing/2014/main" id="{99AA7024-2A7F-9636-A03B-62D0061A22D3}"/>
              </a:ext>
            </a:extLst>
          </p:cNvPr>
          <p:cNvPicPr>
            <a:picLocks noChangeAspect="1"/>
          </p:cNvPicPr>
          <p:nvPr/>
        </p:nvPicPr>
        <p:blipFill>
          <a:blip r:embed="rId4"/>
          <a:stretch>
            <a:fillRect/>
          </a:stretch>
        </p:blipFill>
        <p:spPr>
          <a:xfrm>
            <a:off x="800941" y="1527011"/>
            <a:ext cx="1909943" cy="1798119"/>
          </a:xfrm>
          <a:prstGeom prst="rect">
            <a:avLst/>
          </a:prstGeom>
        </p:spPr>
      </p:pic>
      <p:pic>
        <p:nvPicPr>
          <p:cNvPr id="24" name="Picture 23">
            <a:extLst>
              <a:ext uri="{FF2B5EF4-FFF2-40B4-BE49-F238E27FC236}">
                <a16:creationId xmlns:a16="http://schemas.microsoft.com/office/drawing/2014/main" id="{124A5E82-A7E3-CCC4-8823-772CD9D09876}"/>
              </a:ext>
            </a:extLst>
          </p:cNvPr>
          <p:cNvPicPr>
            <a:picLocks noChangeAspect="1"/>
          </p:cNvPicPr>
          <p:nvPr/>
        </p:nvPicPr>
        <p:blipFill>
          <a:blip r:embed="rId5"/>
          <a:stretch>
            <a:fillRect/>
          </a:stretch>
        </p:blipFill>
        <p:spPr>
          <a:xfrm>
            <a:off x="3277379" y="1527011"/>
            <a:ext cx="2199497" cy="1868323"/>
          </a:xfrm>
          <a:prstGeom prst="rect">
            <a:avLst/>
          </a:prstGeom>
        </p:spPr>
      </p:pic>
      <p:sp>
        <p:nvSpPr>
          <p:cNvPr id="25" name="TextBox 24">
            <a:extLst>
              <a:ext uri="{FF2B5EF4-FFF2-40B4-BE49-F238E27FC236}">
                <a16:creationId xmlns:a16="http://schemas.microsoft.com/office/drawing/2014/main" id="{783DDD88-EF0F-66DE-AE28-28314E254476}"/>
              </a:ext>
            </a:extLst>
          </p:cNvPr>
          <p:cNvSpPr txBox="1"/>
          <p:nvPr/>
        </p:nvSpPr>
        <p:spPr>
          <a:xfrm>
            <a:off x="8507186" y="4778573"/>
            <a:ext cx="832757" cy="307777"/>
          </a:xfrm>
          <a:prstGeom prst="rect">
            <a:avLst/>
          </a:prstGeom>
          <a:noFill/>
        </p:spPr>
        <p:txBody>
          <a:bodyPr wrap="square" rtlCol="0">
            <a:spAutoFit/>
          </a:bodyPr>
          <a:lstStyle/>
          <a:p>
            <a:r>
              <a:rPr lang="en-US" dirty="0"/>
              <a:t>9/20</a:t>
            </a:r>
          </a:p>
        </p:txBody>
      </p:sp>
    </p:spTree>
    <p:extLst>
      <p:ext uri="{BB962C8B-B14F-4D97-AF65-F5344CB8AC3E}">
        <p14:creationId xmlns:p14="http://schemas.microsoft.com/office/powerpoint/2010/main" val="1394132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FD1D78A0-673A-6A35-1CB0-DD5FDA109D1C}"/>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B84D381A-4EA5-BA22-B1A1-9266272D8297}"/>
              </a:ext>
            </a:extLst>
          </p:cNvPr>
          <p:cNvSpPr txBox="1">
            <a:spLocks noGrp="1"/>
          </p:cNvSpPr>
          <p:nvPr>
            <p:ph type="title"/>
          </p:nvPr>
        </p:nvSpPr>
        <p:spPr>
          <a:xfrm>
            <a:off x="4130550" y="25717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Methodology</a:t>
            </a:r>
            <a:endParaRPr dirty="0"/>
          </a:p>
        </p:txBody>
      </p:sp>
      <p:sp>
        <p:nvSpPr>
          <p:cNvPr id="1290" name="Google Shape;1290;p28">
            <a:extLst>
              <a:ext uri="{FF2B5EF4-FFF2-40B4-BE49-F238E27FC236}">
                <a16:creationId xmlns:a16="http://schemas.microsoft.com/office/drawing/2014/main" id="{63BDCF55-4463-AFB5-3A73-B26712D01596}"/>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1291" name="Google Shape;1291;p28">
            <a:extLst>
              <a:ext uri="{FF2B5EF4-FFF2-40B4-BE49-F238E27FC236}">
                <a16:creationId xmlns:a16="http://schemas.microsoft.com/office/drawing/2014/main" id="{B0070AB6-4B10-80E2-685C-B98EFB039127}"/>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5F727CBB-1FF9-5274-991A-2520D9E7E3FE}"/>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CE719E3F-AD8D-52AC-3C75-0F1BC986D265}"/>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6E3F9A95-8061-5901-3D27-5960E47B7CBC}"/>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E7869C90-5D79-5073-6BBF-1C444C115F74}"/>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7E659826-9B4D-2891-1EA0-BCF2DD2C1913}"/>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53B9BF92-022F-CE92-657C-A43316C918E3}"/>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96E63997-BDBE-72F0-9C86-868B5B806E24}"/>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41A24156-CFC2-EBB9-0BAE-38EB1D504C4A}"/>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8B6D1266-980F-BFDE-B763-932A15BF0E96}"/>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37380E2E-EC09-044D-F1FB-FD489E96B40B}"/>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359D218D-26F3-D5E9-0648-E97C825DA97B}"/>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F4151148-591A-A226-D885-EB4DD6E9FAD2}"/>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9B16A49F-8E50-6C9A-60F9-C06F8D6050A8}"/>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1F45B8FE-5406-F576-7465-A120775E7305}"/>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B5F57FBC-69D3-B3E0-2F33-713B7A5618E8}"/>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546A3F79-16BE-E530-520E-0A123B5BFAD1}"/>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F490DB3C-4014-5EAD-181C-58A73D6A0988}"/>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E96E8FD0-A414-A12D-9E8F-6FC8C0CDA4A3}"/>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2BED7ABE-E2E9-4EE6-F991-06BCB84029AB}"/>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D722CC78-2D65-A9B3-3F5E-82FD048D643F}"/>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6FCDB4E4-19B7-81AC-E700-5B649DF52129}"/>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9CBEBF1A-81E2-B50E-E8BB-9379CF26FFBE}"/>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7F0FD5F0-6A7A-3388-9B80-4589C27011F0}"/>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651BEE7D-203A-2762-9463-14C741C99935}"/>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73795099-8E00-CDBC-F4A4-619C568DD60F}"/>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EC554CC7-2FB1-FA73-ADED-38B8EA086D08}"/>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FAC42D50-7609-21E4-E32C-2641D759E654}"/>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A98D3A6E-1B3D-4581-5A2D-6CF78003B553}"/>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AFF87E64-1AA0-F076-B22B-90F38F883061}"/>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D50837FB-388C-DFD3-1111-9771DE5AB29B}"/>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C23A0852-C3F1-C4EF-B49C-169A5A714436}"/>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FE6ECFFB-8AE8-092A-2530-7889973D37BD}"/>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A1281BDE-3712-A11A-3D10-DDD9F0A85DFD}"/>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6FEEA5AC-6978-D9AC-5FC1-66B0347C5C86}"/>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7DE75588-D7ED-6F11-F5A9-D0DFD0015720}"/>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63BA49BD-69BE-AABD-D22E-7B4EDF141023}"/>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618A82EB-83D2-8CBF-226F-E1160BB03121}"/>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A2895140-5DF7-F8E8-5B1A-FDBE94FA10F7}"/>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4213F787-5852-07D5-5D00-81A34ECF87E4}"/>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E9C21A93-2158-7403-380A-B807D49F096E}"/>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58CDECFA-1369-7F35-8017-C52C1FC685D2}"/>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EA5DA67C-A22A-2636-8697-CD9866F6F2E8}"/>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331E469D-C5CD-64E3-0A6C-F63A1C9A1868}"/>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0DEA30F7-B9E6-5860-05CE-56A05183D260}"/>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FFE9E0DB-A814-27EE-93BF-2304B928CDC0}"/>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CD2B94F9-3DE4-5804-B9FF-D595939C0181}"/>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63EDA95C-3F26-0774-B5D2-081000CE0B7D}"/>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8E117131-3233-67CA-093E-46B72243AEA3}"/>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0C6BEA10-E5CB-60F0-1F59-FD3E24B10AC2}"/>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44975B8A-D1EE-CC77-73FD-42D87944ACDC}"/>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F6BC728E-BAF3-A905-49BD-1824084622BF}"/>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ECA8D6B5-6F9F-E77A-61B6-6D92B62888F3}"/>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310105B6-8439-99FD-6C2E-7D1BC6985025}"/>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1ADC1832-30F0-62BC-D3B5-12EC2C4DB1E5}"/>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91CD4D7F-209A-DAAF-7382-115CABCE94F5}"/>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A6F4AE06-D890-DD70-C1FE-6220F2AD10B6}"/>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853D5014-B2F2-F239-8C78-0E03E977FCC5}"/>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2A004950-6F9E-A178-E610-5EE84EA920B4}"/>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32C22E26-F173-095F-A02E-311F7A236B21}"/>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F757A0B9-5B87-59F6-588E-D41B7E67810A}"/>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B1251F3A-87F2-6233-4C2E-73BAC256C97F}"/>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A1444C30-D330-D063-EC8C-6E829CDD5F6E}"/>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068D87B2-832C-2FF0-362D-47BE7ADD4C6A}"/>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16668E1C-B970-8854-78DC-365AB829784C}"/>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0F903863-DC04-9A70-DC1D-4E3FF8C3254A}"/>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B1392380-E298-B53E-6D45-383C9FFDBF8E}"/>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AA7B2E1A-F08A-A600-FE84-15C337A79F88}"/>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EF611093-3658-31E5-C00C-F81A783EFAEC}"/>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A70390E4-D904-CF15-3497-8AEE38C93541}"/>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4F91A951-9798-E629-B34A-052665AE1ADA}"/>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38151CB9-0876-4C3F-96F1-136B700004E1}"/>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936AAF8B-7B0A-AFE5-596E-FA328899BAE7}"/>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4EEECC65-041B-A8C7-2279-7000C98DFE43}"/>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FB4DBDF7-D39A-E930-E669-EFE9429C0687}"/>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E004F652-38BB-B593-48C9-AA94B84D8796}"/>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8ADED4FB-A2B0-3A09-871B-D65813F10878}"/>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26C95A03-F4E0-0AFA-E150-D2D618A39AE8}"/>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ADD646F1-0629-0603-145F-A6A81C4CD286}"/>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7C0E73EF-75BD-C07F-1AB9-0E3C97400A12}"/>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C59A0D50-87F3-EEBF-2BA4-66BD80859FAD}"/>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491FD753-0799-5DBD-25CA-DE64A2F631B8}"/>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ACE737FD-2A9E-1E4E-1C48-16BFB7BDB03A}"/>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06854B76-2744-88D8-EA5E-0F6A6EB77E47}"/>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16A7CC8F-67F6-DD03-8A8C-3C198674E8DC}"/>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5808C578-C729-F354-E253-C0CD4DD83C56}"/>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86CBC9F1-1802-25C8-0F31-2B87A47283EB}"/>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2B32DDA7-2BE0-2424-87D6-5865C3BD9339}"/>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381E6954-CD78-5673-D5FF-B9A6F96A425F}"/>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C3004C93-8A91-C192-FAB7-79170255A43E}"/>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FEFF272F-7AB7-13EC-1B9E-0F37796F5A01}"/>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9E4B591C-E26C-295F-D9EA-7C50B7128912}"/>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6D8792D1-D856-E21D-40D5-0D16FCE554C6}"/>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AB4B925B-DAB2-08C7-31F7-E2CEE909A90A}"/>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17AD9BE8-6967-60FB-6E11-3655C4572533}"/>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032E7425-7A06-618D-5FBA-439C2DEEF8D4}"/>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28AA38AC-C8FB-959D-7467-6101131716F7}"/>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3DA908BC-557B-668B-D448-04B6BFA9E554}"/>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9C44F03B-C0E7-C962-71E4-8EC735A19554}"/>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84593D05-7942-68D3-4507-D75635FAFED7}"/>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0B089D43-093D-A4CC-616B-F3B835814F66}"/>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545EF5AD-B001-CFA5-A3C8-274177925553}"/>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227FC420-08E5-2814-ECA9-41799900E2E1}"/>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48C491DE-C8A1-2716-52BE-7E79FE4645F6}"/>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A81E7ACE-3202-2957-DC3A-B4416A798DFB}"/>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5D5E9245-67D1-0D52-F6DB-7870CEF8C6A8}"/>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86E02404-70EA-F1E8-F03D-4415171A4402}"/>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CEF399DD-E916-D20A-8EBA-B5DD2FE93B75}"/>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F6F2F3B6-4A63-0805-D659-89470C1AFC8D}"/>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F39E05DA-3139-E869-97A2-5C03B63CFC0A}"/>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D7D53BA7-3190-8827-946B-6A45AA552B1B}"/>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964FC4A4-BC91-001C-9302-AC212445069F}"/>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4F38FB8E-F2D9-7BA2-854B-92A8E79D4FE9}"/>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FF81315F-84DC-7190-E12F-1F6A67115DFB}"/>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8DA3E19B-3D1B-BD48-19F6-BEAF18916F43}"/>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A4BFF5E3-AD8A-177D-38E4-659C7BB0B1E6}"/>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77308683-D7D2-9DA5-8AAC-CE6C4799C666}"/>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A30479A1-8CC8-B567-317E-5F1A67D6E2F6}"/>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1240CA80-183E-5588-E89E-10478A1B7B7A}"/>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61F9CA73-B826-4B7E-2E6E-396BD640846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ACCB5BA3-FD35-22DC-8C81-24263492D72D}"/>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4D2359E4-9678-20B7-23C4-2D4CABCC29F6}"/>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8673EF7D-08B1-EB66-DDB1-AA7BF46EADB7}"/>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0AFD34F0-FA3F-1AD7-32C6-9EEDED852E91}"/>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15C19CC2-254A-2415-7C73-868BEE3D0949}"/>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63CEED88-B9AC-3653-124D-F99C20CC13A7}"/>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05151A39-3FD1-2355-86E4-1855D6F7CEF7}"/>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D3711311-2176-45F2-250C-23623A8652AC}"/>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E18F8B54-B1BC-3068-D8C2-446E3E096383}"/>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268548BC-6FDF-6746-DDC5-155B87D2432F}"/>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DCDC3A5B-5088-1684-9D3F-5B0A07F4D1D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63CE3C59-CEA5-992C-A5A0-248CF3574C75}"/>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B683F912-E0A6-8D27-32CD-FFEA2ECDA5A2}"/>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FD5E1819-BC4F-DD38-1DC4-5ED4262D1C92}"/>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A6031B23-A027-DF87-27EE-AC1EE071E466}"/>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0BB18EB6-10B2-C00E-C61B-9B3148F49F39}"/>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3067F8AE-C672-2C85-75F8-0993EADFD3E4}"/>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EBD7E97B-36F1-85C1-D4BD-530E6EECBA8F}"/>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18D89292-E02D-4E36-B8B4-CCBA31C4F2FF}"/>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DF0908BC-7DA0-FDB9-2D2F-8CF6199AB52D}"/>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0CBC6769-0CCF-474E-90DD-3E8A77807C1E}"/>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726C86BD-F160-0FE3-50E6-8466638ADC9A}"/>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0123EFE0-3B59-41E0-8C82-461A1916FAE9}"/>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F066FA8C-EC50-3DDD-D8BF-0DE8F0BBAE93}"/>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15A079B5-10FD-9B66-7964-9E5CC92B7EAA}"/>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677ABD4C-D47C-0EB0-EC26-82697937F94C}"/>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045A308D-8FDF-C7D1-5A43-84E06331E3E3}"/>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A109F74E-5547-8409-10D8-9D1F6F110CCC}"/>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7A2A07C0-2BA6-841C-3C8C-45C41C3CCDB4}"/>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95B20A5A-C3C4-4FDF-76BD-066830CF0179}"/>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E356660C-7097-D677-BA9A-26AD7DE89D40}"/>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93F04468-E2CC-C6EB-8135-49405B8CF4B5}"/>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E6E831AE-B71C-8864-82D8-86851208C545}"/>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8C2B95CB-052B-12E0-CF99-1902EDD9ACCF}"/>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23440EE7-4D2E-2F67-B6E6-95AC7423A2C9}"/>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27EA9DD7-C26B-DC28-A5BE-4441B91798C4}"/>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9F453182-43AE-4021-A785-92759CFAC34A}"/>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A00BCCCD-53C0-B895-E657-B3ED1CC82B4F}"/>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2E98ACB9-050C-4D27-C623-4AADA1EDD381}"/>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7BE80D68-7CF7-C7C3-532E-BF86348336E5}"/>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96038664-D939-E437-C724-42EBF11023B1}"/>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06884134-0256-CB36-0A85-F598416602B2}"/>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E0EE2A7E-4AC9-E2EC-DE56-5A625D8732D9}"/>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90B812CD-BACF-6E65-7A35-205935A10166}"/>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C06EE1B0-FC94-E456-D75E-CF5CE9A58299}"/>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CFD72996-A306-38F7-CDFC-374844AC610D}"/>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572EE441-E694-DF87-EF6A-43C83AC37C37}"/>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5993C802-8B64-6ADA-5C2F-14AD29CF9F08}"/>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6A5CD413-E726-6D61-59CC-FD45F4254A4F}"/>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44D8BA6E-9266-78EB-A6EA-EB953ABFBFCB}"/>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31DD2AD7-FB3B-9CC9-9935-300C5C902B14}"/>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ABC4B052-69A3-3A34-FFA5-BFD50E4537CC}"/>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EB720E9D-146C-D52B-B0C6-AD0BAE1ECD99}"/>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051B8EE2-DAE9-CB4C-071F-F7E5BEDB7381}"/>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96EFD73C-767C-889B-08DE-C308E439D638}"/>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E8FA6CBF-4275-0161-400F-5C1E6FE96E7F}"/>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164E7DA4-18E7-47CA-A8F7-018EAC1FE0AC}"/>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AB2C4FF4-B3FA-D329-4FAA-2BEE131DD51A}"/>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20188A26-5814-5D1A-C7A3-C4F0750DEA3A}"/>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3E040260-06A7-72D8-B9C8-99CBE71F0950}"/>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2D8C401A-41EA-14D1-6F07-9B85A8EF8A3B}"/>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21EBDBBC-46BC-DE14-D359-28690ACD0A8B}"/>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E729CC32-73BA-F0AD-75E0-58F0FFA29165}"/>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7C8B13DD-5038-FC78-E68D-127E76335628}"/>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7D200584-58AC-F10C-8DE8-6087092DC18E}"/>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C87D5BCC-A694-218B-F148-C6AF3D98CEE7}"/>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C2DBB80D-D504-9AF5-E58D-7D9AE2B9CFCA}"/>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63C25496-55A8-B03E-42AD-4ADC646997A0}"/>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C1969459-A888-D4D1-C4DD-E628C36ACF06}"/>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7BDDF45D-0FA1-67EF-0172-1ECEF96638B2}"/>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E284230F-CE32-7C5A-CCD9-4AC6EA894633}"/>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CEBCF37A-1ACC-6A7B-1B3C-52706CBF0559}"/>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A6D34D04-9445-EB6E-B92D-74CB488B3C09}"/>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72AE705B-CB73-181B-117F-24791BDE938D}"/>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97E6A327-598C-649B-865B-7781DE598133}"/>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7A4C5411-AD4E-52FA-DC4A-8AB2D575C575}"/>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FD421A8D-4FCC-5B60-A8C7-B9308D112721}"/>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A4772545-CEEA-7210-F598-1DC0C5586502}"/>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F2EB9B8B-DF0C-EB1A-B38E-7DD2D812EB1A}"/>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0DD17FC8-371F-5A9D-8849-6A13B486F7A9}"/>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AB57942A-6605-AAAE-F5F3-602ECC59C2C9}"/>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352A6088-C228-B31B-A6CB-5089B279404C}"/>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728FB426-0081-9F37-911B-0FEBC71C9A6B}"/>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D66E6AD3-88F4-51E8-D50C-4E24CE4D8AF4}"/>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F7AFF3A-4D68-6AA2-E2BA-5F867D4938CD}"/>
              </a:ext>
            </a:extLst>
          </p:cNvPr>
          <p:cNvSpPr txBox="1"/>
          <p:nvPr/>
        </p:nvSpPr>
        <p:spPr>
          <a:xfrm>
            <a:off x="8507186" y="4778573"/>
            <a:ext cx="832757" cy="307777"/>
          </a:xfrm>
          <a:prstGeom prst="rect">
            <a:avLst/>
          </a:prstGeom>
          <a:noFill/>
        </p:spPr>
        <p:txBody>
          <a:bodyPr wrap="square" rtlCol="0">
            <a:spAutoFit/>
          </a:bodyPr>
          <a:lstStyle/>
          <a:p>
            <a:r>
              <a:rPr lang="en-US" dirty="0"/>
              <a:t>10/20</a:t>
            </a:r>
          </a:p>
        </p:txBody>
      </p:sp>
    </p:spTree>
    <p:extLst>
      <p:ext uri="{BB962C8B-B14F-4D97-AF65-F5344CB8AC3E}">
        <p14:creationId xmlns:p14="http://schemas.microsoft.com/office/powerpoint/2010/main" val="88765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9">
          <a:extLst>
            <a:ext uri="{FF2B5EF4-FFF2-40B4-BE49-F238E27FC236}">
              <a16:creationId xmlns:a16="http://schemas.microsoft.com/office/drawing/2014/main" id="{D02D22BE-819B-E23F-3595-2E57089C8477}"/>
            </a:ext>
          </a:extLst>
        </p:cNvPr>
        <p:cNvGrpSpPr/>
        <p:nvPr/>
      </p:nvGrpSpPr>
      <p:grpSpPr>
        <a:xfrm>
          <a:off x="0" y="0"/>
          <a:ext cx="0" cy="0"/>
          <a:chOff x="0" y="0"/>
          <a:chExt cx="0" cy="0"/>
        </a:xfrm>
      </p:grpSpPr>
      <p:sp>
        <p:nvSpPr>
          <p:cNvPr id="1920" name="Google Shape;1920;p37">
            <a:extLst>
              <a:ext uri="{FF2B5EF4-FFF2-40B4-BE49-F238E27FC236}">
                <a16:creationId xmlns:a16="http://schemas.microsoft.com/office/drawing/2014/main" id="{941671FC-83E3-2503-FB4E-7DC13873147A}"/>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Process Overview</a:t>
            </a:r>
            <a:endParaRPr dirty="0"/>
          </a:p>
        </p:txBody>
      </p:sp>
      <p:sp>
        <p:nvSpPr>
          <p:cNvPr id="1921" name="Google Shape;1921;p37">
            <a:extLst>
              <a:ext uri="{FF2B5EF4-FFF2-40B4-BE49-F238E27FC236}">
                <a16:creationId xmlns:a16="http://schemas.microsoft.com/office/drawing/2014/main" id="{46AB6BF7-535A-0436-D3A0-882C44BBE8F6}"/>
              </a:ext>
            </a:extLst>
          </p:cNvPr>
          <p:cNvSpPr/>
          <p:nvPr/>
        </p:nvSpPr>
        <p:spPr>
          <a:xfrm>
            <a:off x="2452840" y="1481792"/>
            <a:ext cx="176400" cy="176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a:extLst>
              <a:ext uri="{FF2B5EF4-FFF2-40B4-BE49-F238E27FC236}">
                <a16:creationId xmlns:a16="http://schemas.microsoft.com/office/drawing/2014/main" id="{83BAFC3D-95CF-0268-4C43-EF09CCE9294E}"/>
              </a:ext>
            </a:extLst>
          </p:cNvPr>
          <p:cNvSpPr/>
          <p:nvPr/>
        </p:nvSpPr>
        <p:spPr>
          <a:xfrm>
            <a:off x="4416740" y="1481792"/>
            <a:ext cx="176400" cy="176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a:extLst>
              <a:ext uri="{FF2B5EF4-FFF2-40B4-BE49-F238E27FC236}">
                <a16:creationId xmlns:a16="http://schemas.microsoft.com/office/drawing/2014/main" id="{D50BCE07-5B6C-C0B0-4323-1EFB66EA0406}"/>
              </a:ext>
            </a:extLst>
          </p:cNvPr>
          <p:cNvSpPr/>
          <p:nvPr/>
        </p:nvSpPr>
        <p:spPr>
          <a:xfrm>
            <a:off x="6380539" y="1492767"/>
            <a:ext cx="176400" cy="176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a:extLst>
              <a:ext uri="{FF2B5EF4-FFF2-40B4-BE49-F238E27FC236}">
                <a16:creationId xmlns:a16="http://schemas.microsoft.com/office/drawing/2014/main" id="{F3DCA4AB-A8B6-5AD3-0C51-24305CF6F44E}"/>
              </a:ext>
            </a:extLst>
          </p:cNvPr>
          <p:cNvSpPr txBox="1"/>
          <p:nvPr/>
        </p:nvSpPr>
        <p:spPr>
          <a:xfrm flipH="1">
            <a:off x="1634840" y="1982667"/>
            <a:ext cx="18123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Open Sans"/>
                <a:ea typeface="Open Sans"/>
                <a:cs typeface="Open Sans"/>
                <a:sym typeface="Open Sans"/>
              </a:rPr>
              <a:t>2D Filtering</a:t>
            </a:r>
            <a:endParaRPr sz="1200" dirty="0">
              <a:solidFill>
                <a:schemeClr val="dk1"/>
              </a:solidFill>
              <a:latin typeface="Open Sans"/>
              <a:ea typeface="Open Sans"/>
              <a:cs typeface="Open Sans"/>
              <a:sym typeface="Open Sans"/>
            </a:endParaRPr>
          </a:p>
        </p:txBody>
      </p:sp>
      <p:sp>
        <p:nvSpPr>
          <p:cNvPr id="1926" name="Google Shape;1926;p37">
            <a:extLst>
              <a:ext uri="{FF2B5EF4-FFF2-40B4-BE49-F238E27FC236}">
                <a16:creationId xmlns:a16="http://schemas.microsoft.com/office/drawing/2014/main" id="{835D427F-3F53-42F7-C467-E2CDC2761742}"/>
              </a:ext>
            </a:extLst>
          </p:cNvPr>
          <p:cNvSpPr txBox="1"/>
          <p:nvPr/>
        </p:nvSpPr>
        <p:spPr>
          <a:xfrm flipH="1">
            <a:off x="3598740" y="1982667"/>
            <a:ext cx="18123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Open Sans"/>
                <a:ea typeface="Open Sans"/>
                <a:cs typeface="Open Sans"/>
                <a:sym typeface="Open Sans"/>
              </a:rPr>
              <a:t>Seed Point Aquisition</a:t>
            </a:r>
            <a:endParaRPr sz="1200" dirty="0">
              <a:solidFill>
                <a:schemeClr val="dk1"/>
              </a:solidFill>
              <a:latin typeface="Open Sans"/>
              <a:ea typeface="Open Sans"/>
              <a:cs typeface="Open Sans"/>
              <a:sym typeface="Open Sans"/>
            </a:endParaRPr>
          </a:p>
        </p:txBody>
      </p:sp>
      <p:sp>
        <p:nvSpPr>
          <p:cNvPr id="1928" name="Google Shape;1928;p37">
            <a:extLst>
              <a:ext uri="{FF2B5EF4-FFF2-40B4-BE49-F238E27FC236}">
                <a16:creationId xmlns:a16="http://schemas.microsoft.com/office/drawing/2014/main" id="{986ED155-4AC9-50C3-39CC-A30F583D0596}"/>
              </a:ext>
            </a:extLst>
          </p:cNvPr>
          <p:cNvSpPr txBox="1"/>
          <p:nvPr/>
        </p:nvSpPr>
        <p:spPr>
          <a:xfrm flipH="1">
            <a:off x="5562589" y="1994767"/>
            <a:ext cx="18123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Open Sans"/>
                <a:ea typeface="Open Sans"/>
                <a:cs typeface="Open Sans"/>
                <a:sym typeface="Open Sans"/>
              </a:rPr>
              <a:t>3D Filtering</a:t>
            </a:r>
            <a:endParaRPr sz="1200" dirty="0">
              <a:solidFill>
                <a:schemeClr val="dk1"/>
              </a:solidFill>
              <a:latin typeface="Open Sans"/>
              <a:ea typeface="Open Sans"/>
              <a:cs typeface="Open Sans"/>
              <a:sym typeface="Open Sans"/>
            </a:endParaRPr>
          </a:p>
        </p:txBody>
      </p:sp>
      <p:cxnSp>
        <p:nvCxnSpPr>
          <p:cNvPr id="1929" name="Google Shape;1929;p37">
            <a:extLst>
              <a:ext uri="{FF2B5EF4-FFF2-40B4-BE49-F238E27FC236}">
                <a16:creationId xmlns:a16="http://schemas.microsoft.com/office/drawing/2014/main" id="{42FB4837-4BEB-3AC5-2865-AC515BFE0A91}"/>
              </a:ext>
            </a:extLst>
          </p:cNvPr>
          <p:cNvCxnSpPr>
            <a:stCxn id="1921" idx="3"/>
            <a:endCxn id="1922" idx="1"/>
          </p:cNvCxnSpPr>
          <p:nvPr/>
        </p:nvCxnSpPr>
        <p:spPr>
          <a:xfrm>
            <a:off x="2629240" y="1569992"/>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930" name="Google Shape;1930;p37">
            <a:extLst>
              <a:ext uri="{FF2B5EF4-FFF2-40B4-BE49-F238E27FC236}">
                <a16:creationId xmlns:a16="http://schemas.microsoft.com/office/drawing/2014/main" id="{FF0261EC-886A-82F2-CF78-8BB55026367C}"/>
              </a:ext>
            </a:extLst>
          </p:cNvPr>
          <p:cNvCxnSpPr>
            <a:cxnSpLocks/>
            <a:stCxn id="1922" idx="3"/>
          </p:cNvCxnSpPr>
          <p:nvPr/>
        </p:nvCxnSpPr>
        <p:spPr>
          <a:xfrm>
            <a:off x="4593140" y="1569992"/>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932" name="Google Shape;1932;p37">
            <a:extLst>
              <a:ext uri="{FF2B5EF4-FFF2-40B4-BE49-F238E27FC236}">
                <a16:creationId xmlns:a16="http://schemas.microsoft.com/office/drawing/2014/main" id="{D02E5FC5-BF7A-DD4A-6623-37FC70F42153}"/>
              </a:ext>
            </a:extLst>
          </p:cNvPr>
          <p:cNvCxnSpPr>
            <a:stCxn id="1921" idx="2"/>
            <a:endCxn id="1925" idx="0"/>
          </p:cNvCxnSpPr>
          <p:nvPr/>
        </p:nvCxnSpPr>
        <p:spPr>
          <a:xfrm>
            <a:off x="2541040" y="1658192"/>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933" name="Google Shape;1933;p37">
            <a:extLst>
              <a:ext uri="{FF2B5EF4-FFF2-40B4-BE49-F238E27FC236}">
                <a16:creationId xmlns:a16="http://schemas.microsoft.com/office/drawing/2014/main" id="{B9DD0D8B-C215-93CC-75DF-AA7401552E66}"/>
              </a:ext>
            </a:extLst>
          </p:cNvPr>
          <p:cNvCxnSpPr>
            <a:stCxn id="1922" idx="2"/>
            <a:endCxn id="1926" idx="0"/>
          </p:cNvCxnSpPr>
          <p:nvPr/>
        </p:nvCxnSpPr>
        <p:spPr>
          <a:xfrm>
            <a:off x="4504940" y="1658192"/>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935" name="Google Shape;1935;p37">
            <a:extLst>
              <a:ext uri="{FF2B5EF4-FFF2-40B4-BE49-F238E27FC236}">
                <a16:creationId xmlns:a16="http://schemas.microsoft.com/office/drawing/2014/main" id="{1733C375-01C7-B863-7EE3-32B0B93D667F}"/>
              </a:ext>
            </a:extLst>
          </p:cNvPr>
          <p:cNvCxnSpPr>
            <a:stCxn id="1924" idx="2"/>
            <a:endCxn id="1928" idx="0"/>
          </p:cNvCxnSpPr>
          <p:nvPr/>
        </p:nvCxnSpPr>
        <p:spPr>
          <a:xfrm>
            <a:off x="6468739" y="1669167"/>
            <a:ext cx="0" cy="325600"/>
          </a:xfrm>
          <a:prstGeom prst="straightConnector1">
            <a:avLst/>
          </a:prstGeom>
          <a:noFill/>
          <a:ln w="9525" cap="flat" cmpd="sng">
            <a:solidFill>
              <a:schemeClr val="dk1"/>
            </a:solidFill>
            <a:prstDash val="solid"/>
            <a:round/>
            <a:headEnd type="none" w="med" len="med"/>
            <a:tailEnd type="none" w="med" len="med"/>
          </a:ln>
        </p:spPr>
      </p:cxnSp>
      <p:sp>
        <p:nvSpPr>
          <p:cNvPr id="1936" name="Google Shape;1936;p37">
            <a:extLst>
              <a:ext uri="{FF2B5EF4-FFF2-40B4-BE49-F238E27FC236}">
                <a16:creationId xmlns:a16="http://schemas.microsoft.com/office/drawing/2014/main" id="{2D94E5B4-9EF0-8C71-EFBA-6252A346F81C}"/>
              </a:ext>
            </a:extLst>
          </p:cNvPr>
          <p:cNvSpPr/>
          <p:nvPr/>
        </p:nvSpPr>
        <p:spPr>
          <a:xfrm>
            <a:off x="2452840" y="3392442"/>
            <a:ext cx="176400" cy="176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a:extLst>
              <a:ext uri="{FF2B5EF4-FFF2-40B4-BE49-F238E27FC236}">
                <a16:creationId xmlns:a16="http://schemas.microsoft.com/office/drawing/2014/main" id="{0F66C01D-D382-7DE0-D9DB-4E4F73526239}"/>
              </a:ext>
            </a:extLst>
          </p:cNvPr>
          <p:cNvSpPr/>
          <p:nvPr/>
        </p:nvSpPr>
        <p:spPr>
          <a:xfrm>
            <a:off x="5211471" y="3378279"/>
            <a:ext cx="176400" cy="176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a:extLst>
              <a:ext uri="{FF2B5EF4-FFF2-40B4-BE49-F238E27FC236}">
                <a16:creationId xmlns:a16="http://schemas.microsoft.com/office/drawing/2014/main" id="{B2696D58-A3F1-8D07-9F7D-8ACA767C2488}"/>
              </a:ext>
            </a:extLst>
          </p:cNvPr>
          <p:cNvSpPr txBox="1"/>
          <p:nvPr/>
        </p:nvSpPr>
        <p:spPr>
          <a:xfrm flipH="1">
            <a:off x="1634840" y="3893317"/>
            <a:ext cx="18123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Open Sans"/>
                <a:ea typeface="Open Sans"/>
                <a:cs typeface="Open Sans"/>
                <a:sym typeface="Open Sans"/>
              </a:rPr>
              <a:t>3D Cluster Extraction</a:t>
            </a:r>
            <a:endParaRPr sz="1200" dirty="0">
              <a:solidFill>
                <a:schemeClr val="dk1"/>
              </a:solidFill>
              <a:latin typeface="Open Sans"/>
              <a:ea typeface="Open Sans"/>
              <a:cs typeface="Open Sans"/>
              <a:sym typeface="Open Sans"/>
            </a:endParaRPr>
          </a:p>
        </p:txBody>
      </p:sp>
      <p:sp>
        <p:nvSpPr>
          <p:cNvPr id="1941" name="Google Shape;1941;p37">
            <a:extLst>
              <a:ext uri="{FF2B5EF4-FFF2-40B4-BE49-F238E27FC236}">
                <a16:creationId xmlns:a16="http://schemas.microsoft.com/office/drawing/2014/main" id="{6B03D508-6598-8891-99B3-410FF1C7F9A0}"/>
              </a:ext>
            </a:extLst>
          </p:cNvPr>
          <p:cNvSpPr txBox="1"/>
          <p:nvPr/>
        </p:nvSpPr>
        <p:spPr>
          <a:xfrm flipH="1">
            <a:off x="4393521" y="3893317"/>
            <a:ext cx="1812300" cy="37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Open Sans"/>
                <a:ea typeface="Open Sans"/>
                <a:cs typeface="Open Sans"/>
                <a:sym typeface="Open Sans"/>
              </a:rPr>
              <a:t>Region Estimation</a:t>
            </a:r>
            <a:endParaRPr sz="1200" dirty="0">
              <a:solidFill>
                <a:schemeClr val="dk1"/>
              </a:solidFill>
              <a:latin typeface="Open Sans"/>
              <a:ea typeface="Open Sans"/>
              <a:cs typeface="Open Sans"/>
              <a:sym typeface="Open Sans"/>
            </a:endParaRPr>
          </a:p>
        </p:txBody>
      </p:sp>
      <p:cxnSp>
        <p:nvCxnSpPr>
          <p:cNvPr id="1944" name="Google Shape;1944;p37">
            <a:extLst>
              <a:ext uri="{FF2B5EF4-FFF2-40B4-BE49-F238E27FC236}">
                <a16:creationId xmlns:a16="http://schemas.microsoft.com/office/drawing/2014/main" id="{3A02C482-D789-C34F-CADE-1DF9282E093D}"/>
              </a:ext>
            </a:extLst>
          </p:cNvPr>
          <p:cNvCxnSpPr>
            <a:stCxn id="1936" idx="3"/>
            <a:endCxn id="1937" idx="1"/>
          </p:cNvCxnSpPr>
          <p:nvPr/>
        </p:nvCxnSpPr>
        <p:spPr>
          <a:xfrm flipV="1">
            <a:off x="2629240" y="3466479"/>
            <a:ext cx="2582231" cy="14163"/>
          </a:xfrm>
          <a:prstGeom prst="straightConnector1">
            <a:avLst/>
          </a:prstGeom>
          <a:noFill/>
          <a:ln w="9525" cap="flat" cmpd="sng">
            <a:solidFill>
              <a:schemeClr val="dk1"/>
            </a:solidFill>
            <a:prstDash val="solid"/>
            <a:round/>
            <a:headEnd type="none" w="med" len="med"/>
            <a:tailEnd type="none" w="med" len="med"/>
          </a:ln>
        </p:spPr>
      </p:cxnSp>
      <p:cxnSp>
        <p:nvCxnSpPr>
          <p:cNvPr id="1947" name="Google Shape;1947;p37">
            <a:extLst>
              <a:ext uri="{FF2B5EF4-FFF2-40B4-BE49-F238E27FC236}">
                <a16:creationId xmlns:a16="http://schemas.microsoft.com/office/drawing/2014/main" id="{700ABB18-CE45-65FE-385A-F061A725CE4B}"/>
              </a:ext>
            </a:extLst>
          </p:cNvPr>
          <p:cNvCxnSpPr>
            <a:stCxn id="1936" idx="2"/>
            <a:endCxn id="1940" idx="0"/>
          </p:cNvCxnSpPr>
          <p:nvPr/>
        </p:nvCxnSpPr>
        <p:spPr>
          <a:xfrm>
            <a:off x="2541040" y="3568842"/>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948" name="Google Shape;1948;p37">
            <a:extLst>
              <a:ext uri="{FF2B5EF4-FFF2-40B4-BE49-F238E27FC236}">
                <a16:creationId xmlns:a16="http://schemas.microsoft.com/office/drawing/2014/main" id="{B50B5775-4E12-6071-4690-6252D4F61922}"/>
              </a:ext>
            </a:extLst>
          </p:cNvPr>
          <p:cNvCxnSpPr>
            <a:stCxn id="1937" idx="2"/>
            <a:endCxn id="1941" idx="0"/>
          </p:cNvCxnSpPr>
          <p:nvPr/>
        </p:nvCxnSpPr>
        <p:spPr>
          <a:xfrm>
            <a:off x="5299671" y="3554679"/>
            <a:ext cx="0" cy="338638"/>
          </a:xfrm>
          <a:prstGeom prst="straightConnector1">
            <a:avLst/>
          </a:prstGeom>
          <a:noFill/>
          <a:ln w="9525" cap="flat" cmpd="sng">
            <a:solidFill>
              <a:schemeClr val="dk1"/>
            </a:solidFill>
            <a:prstDash val="solid"/>
            <a:round/>
            <a:headEnd type="none" w="med" len="med"/>
            <a:tailEnd type="none" w="med" len="med"/>
          </a:ln>
        </p:spPr>
      </p:cxnSp>
      <p:cxnSp>
        <p:nvCxnSpPr>
          <p:cNvPr id="1951" name="Google Shape;1951;p37">
            <a:extLst>
              <a:ext uri="{FF2B5EF4-FFF2-40B4-BE49-F238E27FC236}">
                <a16:creationId xmlns:a16="http://schemas.microsoft.com/office/drawing/2014/main" id="{DEFAEF45-F8C0-E378-184E-A4AEF23E7D3F}"/>
              </a:ext>
            </a:extLst>
          </p:cNvPr>
          <p:cNvCxnSpPr>
            <a:stCxn id="1928" idx="2"/>
            <a:endCxn id="1936" idx="0"/>
          </p:cNvCxnSpPr>
          <p:nvPr/>
        </p:nvCxnSpPr>
        <p:spPr>
          <a:xfrm rot="5400000">
            <a:off x="3992953" y="916655"/>
            <a:ext cx="1023875" cy="3927699"/>
          </a:xfrm>
          <a:prstGeom prst="bentConnector3">
            <a:avLst>
              <a:gd name="adj1" fmla="val 50000"/>
            </a:avLst>
          </a:prstGeom>
          <a:noFill/>
          <a:ln w="9525" cap="flat" cmpd="sng">
            <a:solidFill>
              <a:schemeClr val="dk1"/>
            </a:solidFill>
            <a:prstDash val="solid"/>
            <a:round/>
            <a:headEnd type="none" w="med" len="med"/>
            <a:tailEnd type="none" w="med" len="med"/>
          </a:ln>
        </p:spPr>
      </p:cxnSp>
      <p:sp>
        <p:nvSpPr>
          <p:cNvPr id="11" name="TextBox 10">
            <a:extLst>
              <a:ext uri="{FF2B5EF4-FFF2-40B4-BE49-F238E27FC236}">
                <a16:creationId xmlns:a16="http://schemas.microsoft.com/office/drawing/2014/main" id="{4E66DA10-A66E-4842-5641-5BC386E6B4CD}"/>
              </a:ext>
            </a:extLst>
          </p:cNvPr>
          <p:cNvSpPr txBox="1"/>
          <p:nvPr/>
        </p:nvSpPr>
        <p:spPr>
          <a:xfrm>
            <a:off x="8507186" y="4778573"/>
            <a:ext cx="832757" cy="307777"/>
          </a:xfrm>
          <a:prstGeom prst="rect">
            <a:avLst/>
          </a:prstGeom>
          <a:noFill/>
        </p:spPr>
        <p:txBody>
          <a:bodyPr wrap="square" rtlCol="0">
            <a:spAutoFit/>
          </a:bodyPr>
          <a:lstStyle/>
          <a:p>
            <a:r>
              <a:rPr lang="en-US" dirty="0"/>
              <a:t>11/20</a:t>
            </a:r>
          </a:p>
        </p:txBody>
      </p:sp>
    </p:spTree>
    <p:extLst>
      <p:ext uri="{BB962C8B-B14F-4D97-AF65-F5344CB8AC3E}">
        <p14:creationId xmlns:p14="http://schemas.microsoft.com/office/powerpoint/2010/main" val="29799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90375524-DF9B-2CFB-4379-C64BA441448C}"/>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D18C5309-043B-7AFE-8949-F02421B419CA}"/>
              </a:ext>
            </a:extLst>
          </p:cNvPr>
          <p:cNvSpPr txBox="1">
            <a:spLocks noGrp="1"/>
          </p:cNvSpPr>
          <p:nvPr>
            <p:ph type="subTitle" idx="1"/>
          </p:nvPr>
        </p:nvSpPr>
        <p:spPr>
          <a:xfrm>
            <a:off x="961942" y="1900862"/>
            <a:ext cx="3039473" cy="1982700"/>
          </a:xfrm>
          <a:prstGeom prst="rect">
            <a:avLst/>
          </a:prstGeom>
        </p:spPr>
        <p:txBody>
          <a:bodyPr spcFirstLastPara="1" wrap="square" lIns="91425" tIns="91425" rIns="91425" bIns="91425" anchor="t" anchorCtr="0">
            <a:noAutofit/>
          </a:bodyPr>
          <a:lstStyle/>
          <a:p>
            <a:pPr marL="171450" lvl="0" indent="-171450" algn="l" rtl="0">
              <a:lnSpc>
                <a:spcPct val="250000"/>
              </a:lnSpc>
              <a:spcBef>
                <a:spcPts val="0"/>
              </a:spcBef>
              <a:spcAft>
                <a:spcPts val="0"/>
              </a:spcAft>
              <a:buFont typeface="Arial" panose="020B0604020202020204" pitchFamily="34" charset="0"/>
              <a:buChar char="•"/>
            </a:pPr>
            <a:r>
              <a:rPr lang="en-US" sz="1600" dirty="0"/>
              <a:t>Done in OpenCV</a:t>
            </a:r>
          </a:p>
          <a:p>
            <a:pPr marL="171450" lvl="0" indent="-171450" algn="l" rtl="0">
              <a:lnSpc>
                <a:spcPct val="250000"/>
              </a:lnSpc>
              <a:spcBef>
                <a:spcPts val="0"/>
              </a:spcBef>
              <a:spcAft>
                <a:spcPts val="0"/>
              </a:spcAft>
              <a:buFont typeface="Arial" panose="020B0604020202020204" pitchFamily="34" charset="0"/>
              <a:buChar char="•"/>
            </a:pPr>
            <a:r>
              <a:rPr lang="en-US" sz="1600" dirty="0"/>
              <a:t>Custom Plane Detection</a:t>
            </a:r>
          </a:p>
          <a:p>
            <a:pPr marL="171450" lvl="0" indent="-171450" algn="l" rtl="0">
              <a:lnSpc>
                <a:spcPct val="250000"/>
              </a:lnSpc>
              <a:spcBef>
                <a:spcPts val="0"/>
              </a:spcBef>
              <a:spcAft>
                <a:spcPts val="0"/>
              </a:spcAft>
              <a:buFont typeface="Arial" panose="020B0604020202020204" pitchFamily="34" charset="0"/>
              <a:buChar char="•"/>
            </a:pPr>
            <a:r>
              <a:rPr lang="en-US" sz="1600" dirty="0"/>
              <a:t>Plane Filtering/Removal</a:t>
            </a:r>
          </a:p>
          <a:p>
            <a:pPr marL="171450" lvl="0" indent="-171450" algn="l" rtl="0">
              <a:spcBef>
                <a:spcPts val="0"/>
              </a:spcBef>
              <a:spcAft>
                <a:spcPts val="0"/>
              </a:spcAft>
              <a:buFont typeface="Arial" panose="020B0604020202020204" pitchFamily="34" charset="0"/>
              <a:buChar char="•"/>
            </a:pPr>
            <a:endParaRPr lang="en-US" sz="1600" dirty="0"/>
          </a:p>
          <a:p>
            <a:pPr marL="171450" lvl="0" indent="-171450" algn="l" rtl="0">
              <a:spcBef>
                <a:spcPts val="0"/>
              </a:spcBef>
              <a:spcAft>
                <a:spcPts val="0"/>
              </a:spcAft>
              <a:buFont typeface="Arial" panose="020B0604020202020204" pitchFamily="34" charset="0"/>
              <a:buChar char="•"/>
            </a:pPr>
            <a:endParaRPr sz="1600" dirty="0"/>
          </a:p>
        </p:txBody>
      </p:sp>
      <p:sp>
        <p:nvSpPr>
          <p:cNvPr id="1213" name="Google Shape;1213;p27">
            <a:extLst>
              <a:ext uri="{FF2B5EF4-FFF2-40B4-BE49-F238E27FC236}">
                <a16:creationId xmlns:a16="http://schemas.microsoft.com/office/drawing/2014/main" id="{F9C44520-DE3B-413B-11F4-B95B3D264DBC}"/>
              </a:ext>
            </a:extLst>
          </p:cNvPr>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2D Filtering</a:t>
            </a:r>
            <a:endParaRPr dirty="0"/>
          </a:p>
        </p:txBody>
      </p:sp>
      <p:pic>
        <p:nvPicPr>
          <p:cNvPr id="5" name="Picture 4">
            <a:extLst>
              <a:ext uri="{FF2B5EF4-FFF2-40B4-BE49-F238E27FC236}">
                <a16:creationId xmlns:a16="http://schemas.microsoft.com/office/drawing/2014/main" id="{78B32B82-EAA8-F751-423E-B395432FD1E9}"/>
              </a:ext>
            </a:extLst>
          </p:cNvPr>
          <p:cNvPicPr>
            <a:picLocks noChangeAspect="1"/>
          </p:cNvPicPr>
          <p:nvPr/>
        </p:nvPicPr>
        <p:blipFill>
          <a:blip r:embed="rId3"/>
          <a:stretch>
            <a:fillRect/>
          </a:stretch>
        </p:blipFill>
        <p:spPr>
          <a:xfrm>
            <a:off x="4769126" y="1580488"/>
            <a:ext cx="3361726" cy="2510028"/>
          </a:xfrm>
          <a:prstGeom prst="rect">
            <a:avLst/>
          </a:prstGeom>
        </p:spPr>
      </p:pic>
      <p:sp>
        <p:nvSpPr>
          <p:cNvPr id="6" name="TextBox 5">
            <a:extLst>
              <a:ext uri="{FF2B5EF4-FFF2-40B4-BE49-F238E27FC236}">
                <a16:creationId xmlns:a16="http://schemas.microsoft.com/office/drawing/2014/main" id="{B4E2EB41-F52B-62CC-5AD5-FAB125D7D563}"/>
              </a:ext>
            </a:extLst>
          </p:cNvPr>
          <p:cNvSpPr txBox="1"/>
          <p:nvPr/>
        </p:nvSpPr>
        <p:spPr>
          <a:xfrm>
            <a:off x="8507186" y="4778573"/>
            <a:ext cx="832757" cy="307777"/>
          </a:xfrm>
          <a:prstGeom prst="rect">
            <a:avLst/>
          </a:prstGeom>
          <a:noFill/>
        </p:spPr>
        <p:txBody>
          <a:bodyPr wrap="square" rtlCol="0">
            <a:spAutoFit/>
          </a:bodyPr>
          <a:lstStyle/>
          <a:p>
            <a:r>
              <a:rPr lang="en-US" dirty="0"/>
              <a:t>12/20</a:t>
            </a:r>
          </a:p>
        </p:txBody>
      </p:sp>
    </p:spTree>
    <p:extLst>
      <p:ext uri="{BB962C8B-B14F-4D97-AF65-F5344CB8AC3E}">
        <p14:creationId xmlns:p14="http://schemas.microsoft.com/office/powerpoint/2010/main" val="1024627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AFF0559E-FB67-BD29-EEA6-373546C4EEFD}"/>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4783511D-0160-2C85-93CB-130F46AC30E0}"/>
              </a:ext>
            </a:extLst>
          </p:cNvPr>
          <p:cNvSpPr txBox="1">
            <a:spLocks noGrp="1"/>
          </p:cNvSpPr>
          <p:nvPr>
            <p:ph type="subTitle" idx="1"/>
          </p:nvPr>
        </p:nvSpPr>
        <p:spPr>
          <a:xfrm>
            <a:off x="3888022" y="1981330"/>
            <a:ext cx="4306500" cy="1982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600" dirty="0"/>
              <a:t>Done in OpenCV</a:t>
            </a:r>
          </a:p>
          <a:p>
            <a:pPr marL="171450" lvl="0" indent="-171450" algn="l" rtl="0">
              <a:lnSpc>
                <a:spcPct val="150000"/>
              </a:lnSpc>
              <a:spcBef>
                <a:spcPts val="0"/>
              </a:spcBef>
              <a:spcAft>
                <a:spcPts val="0"/>
              </a:spcAft>
              <a:buFont typeface="Arial" panose="020B0604020202020204" pitchFamily="34" charset="0"/>
              <a:buChar char="•"/>
            </a:pPr>
            <a:r>
              <a:rPr lang="en-US" sz="1600" dirty="0"/>
              <a:t>Skin Point Detection</a:t>
            </a:r>
          </a:p>
          <a:p>
            <a:pPr marL="628650" lvl="1" indent="-171450">
              <a:lnSpc>
                <a:spcPct val="150000"/>
              </a:lnSpc>
              <a:buFont typeface="Arial" panose="020B0604020202020204" pitchFamily="34" charset="0"/>
              <a:buChar char="•"/>
            </a:pPr>
            <a:r>
              <a:rPr lang="en-US" sz="1600" dirty="0"/>
              <a:t>Initial Skin Mask</a:t>
            </a:r>
          </a:p>
          <a:p>
            <a:pPr marL="628650" lvl="1" indent="-171450">
              <a:lnSpc>
                <a:spcPct val="150000"/>
              </a:lnSpc>
              <a:buFont typeface="Arial" panose="020B0604020202020204" pitchFamily="34" charset="0"/>
              <a:buChar char="•"/>
            </a:pPr>
            <a:r>
              <a:rPr lang="en-US" sz="1600" dirty="0"/>
              <a:t>Skin Mask Filtering</a:t>
            </a:r>
          </a:p>
          <a:p>
            <a:pPr marL="628650" lvl="1" indent="-171450">
              <a:lnSpc>
                <a:spcPct val="150000"/>
              </a:lnSpc>
              <a:buFont typeface="Arial" panose="020B0604020202020204" pitchFamily="34" charset="0"/>
              <a:buChar char="•"/>
            </a:pPr>
            <a:r>
              <a:rPr lang="en-US" sz="1600" dirty="0"/>
              <a:t>Skin Confidence Mask</a:t>
            </a:r>
          </a:p>
          <a:p>
            <a:pPr marL="171450" lvl="0" indent="-171450" algn="l" rtl="0">
              <a:spcBef>
                <a:spcPts val="0"/>
              </a:spcBef>
              <a:spcAft>
                <a:spcPts val="0"/>
              </a:spcAft>
              <a:buFont typeface="Arial" panose="020B0604020202020204" pitchFamily="34" charset="0"/>
              <a:buChar char="•"/>
            </a:pPr>
            <a:endParaRPr lang="en-US" sz="1600" dirty="0"/>
          </a:p>
        </p:txBody>
      </p:sp>
      <p:sp>
        <p:nvSpPr>
          <p:cNvPr id="1213" name="Google Shape;1213;p27">
            <a:extLst>
              <a:ext uri="{FF2B5EF4-FFF2-40B4-BE49-F238E27FC236}">
                <a16:creationId xmlns:a16="http://schemas.microsoft.com/office/drawing/2014/main" id="{2FBC73DC-B4A3-A826-64C6-B42DB35B0BDF}"/>
              </a:ext>
            </a:extLst>
          </p:cNvPr>
          <p:cNvSpPr txBox="1">
            <a:spLocks noGrp="1"/>
          </p:cNvSpPr>
          <p:nvPr>
            <p:ph type="title"/>
          </p:nvPr>
        </p:nvSpPr>
        <p:spPr>
          <a:xfrm>
            <a:off x="3888020" y="1179470"/>
            <a:ext cx="4721969"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Seed Point Acquisition</a:t>
            </a:r>
            <a:endParaRPr dirty="0"/>
          </a:p>
        </p:txBody>
      </p:sp>
      <p:pic>
        <p:nvPicPr>
          <p:cNvPr id="7" name="Picture 6">
            <a:extLst>
              <a:ext uri="{FF2B5EF4-FFF2-40B4-BE49-F238E27FC236}">
                <a16:creationId xmlns:a16="http://schemas.microsoft.com/office/drawing/2014/main" id="{77A58032-A617-72DC-0BC9-B0D2116B9FEE}"/>
              </a:ext>
            </a:extLst>
          </p:cNvPr>
          <p:cNvPicPr>
            <a:picLocks noChangeAspect="1"/>
          </p:cNvPicPr>
          <p:nvPr/>
        </p:nvPicPr>
        <p:blipFill>
          <a:blip r:embed="rId3"/>
          <a:stretch>
            <a:fillRect/>
          </a:stretch>
        </p:blipFill>
        <p:spPr>
          <a:xfrm>
            <a:off x="698230" y="1541273"/>
            <a:ext cx="2948735" cy="2305102"/>
          </a:xfrm>
          <a:prstGeom prst="rect">
            <a:avLst/>
          </a:prstGeom>
        </p:spPr>
      </p:pic>
      <p:sp>
        <p:nvSpPr>
          <p:cNvPr id="8" name="TextBox 7">
            <a:extLst>
              <a:ext uri="{FF2B5EF4-FFF2-40B4-BE49-F238E27FC236}">
                <a16:creationId xmlns:a16="http://schemas.microsoft.com/office/drawing/2014/main" id="{715FD1BD-DA24-9747-3EE6-C9E2D6A2AF97}"/>
              </a:ext>
            </a:extLst>
          </p:cNvPr>
          <p:cNvSpPr txBox="1"/>
          <p:nvPr/>
        </p:nvSpPr>
        <p:spPr>
          <a:xfrm>
            <a:off x="8507186" y="4778573"/>
            <a:ext cx="832757" cy="307777"/>
          </a:xfrm>
          <a:prstGeom prst="rect">
            <a:avLst/>
          </a:prstGeom>
          <a:noFill/>
        </p:spPr>
        <p:txBody>
          <a:bodyPr wrap="square" rtlCol="0">
            <a:spAutoFit/>
          </a:bodyPr>
          <a:lstStyle/>
          <a:p>
            <a:r>
              <a:rPr lang="en-US" dirty="0"/>
              <a:t>13/20</a:t>
            </a:r>
          </a:p>
        </p:txBody>
      </p:sp>
    </p:spTree>
    <p:extLst>
      <p:ext uri="{BB962C8B-B14F-4D97-AF65-F5344CB8AC3E}">
        <p14:creationId xmlns:p14="http://schemas.microsoft.com/office/powerpoint/2010/main" val="2630552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EF4EE2EA-1180-6E22-3D88-AA4488B0EDF9}"/>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B759DA98-E468-41C2-4C03-DA2E4CB37E3C}"/>
              </a:ext>
            </a:extLst>
          </p:cNvPr>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600" dirty="0"/>
              <a:t>Done in PCL</a:t>
            </a:r>
          </a:p>
          <a:p>
            <a:pPr marL="171450" indent="-171450">
              <a:lnSpc>
                <a:spcPct val="150000"/>
              </a:lnSpc>
              <a:buFont typeface="Arial" panose="020B0604020202020204" pitchFamily="34" charset="0"/>
              <a:buChar char="•"/>
            </a:pPr>
            <a:r>
              <a:rPr lang="en-US" sz="1600" dirty="0"/>
              <a:t>Voxel Down Sampling </a:t>
            </a:r>
          </a:p>
          <a:p>
            <a:pPr marL="171450" lvl="0" indent="-171450" algn="l" rtl="0">
              <a:lnSpc>
                <a:spcPct val="150000"/>
              </a:lnSpc>
              <a:spcBef>
                <a:spcPts val="0"/>
              </a:spcBef>
              <a:spcAft>
                <a:spcPts val="0"/>
              </a:spcAft>
              <a:buFont typeface="Arial" panose="020B0604020202020204" pitchFamily="34" charset="0"/>
              <a:buChar char="•"/>
            </a:pPr>
            <a:r>
              <a:rPr lang="en-US" sz="1600" dirty="0"/>
              <a:t>Noise Removal </a:t>
            </a:r>
          </a:p>
          <a:p>
            <a:pPr marL="171450" lvl="0" indent="-171450" algn="l" rtl="0">
              <a:lnSpc>
                <a:spcPct val="150000"/>
              </a:lnSpc>
              <a:spcBef>
                <a:spcPts val="0"/>
              </a:spcBef>
              <a:spcAft>
                <a:spcPts val="0"/>
              </a:spcAft>
              <a:buFont typeface="Arial" panose="020B0604020202020204" pitchFamily="34" charset="0"/>
              <a:buChar char="•"/>
            </a:pPr>
            <a:r>
              <a:rPr lang="en-US" sz="1600" dirty="0"/>
              <a:t>PCL Plane Removal (RANSAC)</a:t>
            </a:r>
            <a:endParaRPr sz="1600" dirty="0"/>
          </a:p>
        </p:txBody>
      </p:sp>
      <p:sp>
        <p:nvSpPr>
          <p:cNvPr id="1213" name="Google Shape;1213;p27">
            <a:extLst>
              <a:ext uri="{FF2B5EF4-FFF2-40B4-BE49-F238E27FC236}">
                <a16:creationId xmlns:a16="http://schemas.microsoft.com/office/drawing/2014/main" id="{DF391179-DC65-7BDC-1407-BED0A94D25FB}"/>
              </a:ext>
            </a:extLst>
          </p:cNvPr>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3D Filtering</a:t>
            </a:r>
            <a:endParaRPr dirty="0"/>
          </a:p>
        </p:txBody>
      </p:sp>
      <p:sp>
        <p:nvSpPr>
          <p:cNvPr id="6" name="TextBox 5">
            <a:extLst>
              <a:ext uri="{FF2B5EF4-FFF2-40B4-BE49-F238E27FC236}">
                <a16:creationId xmlns:a16="http://schemas.microsoft.com/office/drawing/2014/main" id="{8E1C03B3-E039-D109-C492-3E4759EC6CDA}"/>
              </a:ext>
            </a:extLst>
          </p:cNvPr>
          <p:cNvSpPr txBox="1"/>
          <p:nvPr/>
        </p:nvSpPr>
        <p:spPr>
          <a:xfrm>
            <a:off x="8507186" y="4778573"/>
            <a:ext cx="832757" cy="307777"/>
          </a:xfrm>
          <a:prstGeom prst="rect">
            <a:avLst/>
          </a:prstGeom>
          <a:noFill/>
        </p:spPr>
        <p:txBody>
          <a:bodyPr wrap="square" rtlCol="0">
            <a:spAutoFit/>
          </a:bodyPr>
          <a:lstStyle/>
          <a:p>
            <a:r>
              <a:rPr lang="en-US" dirty="0"/>
              <a:t>14/20</a:t>
            </a:r>
          </a:p>
        </p:txBody>
      </p:sp>
    </p:spTree>
    <p:extLst>
      <p:ext uri="{BB962C8B-B14F-4D97-AF65-F5344CB8AC3E}">
        <p14:creationId xmlns:p14="http://schemas.microsoft.com/office/powerpoint/2010/main" val="2417406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EFE062F9-2CA4-E09C-01DA-6EE98618B2EC}"/>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6AF99251-79F6-BE3F-0AF1-BE02D382FE9F}"/>
              </a:ext>
            </a:extLst>
          </p:cNvPr>
          <p:cNvSpPr txBox="1">
            <a:spLocks noGrp="1"/>
          </p:cNvSpPr>
          <p:nvPr>
            <p:ph type="subTitle" idx="1"/>
          </p:nvPr>
        </p:nvSpPr>
        <p:spPr>
          <a:xfrm>
            <a:off x="713224" y="1381484"/>
            <a:ext cx="4306500" cy="1982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600" dirty="0"/>
              <a:t>Start from Detected Seed Points</a:t>
            </a:r>
          </a:p>
          <a:p>
            <a:pPr marL="171450" lvl="0" indent="-171450" algn="l" rtl="0">
              <a:lnSpc>
                <a:spcPct val="150000"/>
              </a:lnSpc>
              <a:spcBef>
                <a:spcPts val="0"/>
              </a:spcBef>
              <a:spcAft>
                <a:spcPts val="0"/>
              </a:spcAft>
              <a:buFont typeface="Arial" panose="020B0604020202020204" pitchFamily="34" charset="0"/>
              <a:buChar char="•"/>
            </a:pPr>
            <a:r>
              <a:rPr lang="en-US" sz="1600" dirty="0"/>
              <a:t>Region Growing From Seed Point</a:t>
            </a:r>
          </a:p>
          <a:p>
            <a:pPr marL="628650" lvl="1" indent="-171450">
              <a:lnSpc>
                <a:spcPct val="150000"/>
              </a:lnSpc>
              <a:buFont typeface="Arial" panose="020B0604020202020204" pitchFamily="34" charset="0"/>
              <a:buChar char="•"/>
            </a:pPr>
            <a:r>
              <a:rPr lang="en-US" sz="1600" dirty="0"/>
              <a:t>Conditional On:</a:t>
            </a:r>
          </a:p>
          <a:p>
            <a:pPr marL="1085850" lvl="2" indent="-171450">
              <a:lnSpc>
                <a:spcPct val="150000"/>
              </a:lnSpc>
              <a:buFont typeface="Arial" panose="020B0604020202020204" pitchFamily="34" charset="0"/>
              <a:buChar char="•"/>
            </a:pPr>
            <a:r>
              <a:rPr lang="en-US" sz="1600" dirty="0"/>
              <a:t>Max </a:t>
            </a:r>
            <a:r>
              <a:rPr lang="en-US" sz="1600" dirty="0" err="1"/>
              <a:t>Neighbour</a:t>
            </a:r>
            <a:r>
              <a:rPr lang="en-US" sz="1600" dirty="0"/>
              <a:t> Distance</a:t>
            </a:r>
          </a:p>
          <a:p>
            <a:pPr marL="1085850" lvl="2" indent="-171450">
              <a:lnSpc>
                <a:spcPct val="150000"/>
              </a:lnSpc>
              <a:buFont typeface="Arial" panose="020B0604020202020204" pitchFamily="34" charset="0"/>
              <a:buChar char="•"/>
            </a:pPr>
            <a:r>
              <a:rPr lang="en-US" sz="1600" dirty="0"/>
              <a:t>Growth Radius</a:t>
            </a:r>
          </a:p>
          <a:p>
            <a:pPr marL="171450" indent="-171450">
              <a:lnSpc>
                <a:spcPct val="150000"/>
              </a:lnSpc>
              <a:buFont typeface="Arial" panose="020B0604020202020204" pitchFamily="34" charset="0"/>
              <a:buChar char="•"/>
            </a:pPr>
            <a:r>
              <a:rPr lang="en-US" sz="1600" dirty="0"/>
              <a:t>Track Growth Directions</a:t>
            </a:r>
          </a:p>
          <a:p>
            <a:pPr marL="171450" indent="-171450">
              <a:lnSpc>
                <a:spcPct val="150000"/>
              </a:lnSpc>
              <a:buFont typeface="Arial" panose="020B0604020202020204" pitchFamily="34" charset="0"/>
              <a:buChar char="•"/>
            </a:pPr>
            <a:r>
              <a:rPr lang="en-US" sz="1600" dirty="0"/>
              <a:t>Enhance Cluster Resolution</a:t>
            </a:r>
          </a:p>
          <a:p>
            <a:pPr marL="628650" lvl="1" indent="-171450">
              <a:buFont typeface="Arial" panose="020B0604020202020204" pitchFamily="34" charset="0"/>
              <a:buChar char="•"/>
            </a:pPr>
            <a:endParaRPr sz="1600" dirty="0"/>
          </a:p>
        </p:txBody>
      </p:sp>
      <p:sp>
        <p:nvSpPr>
          <p:cNvPr id="1213" name="Google Shape;1213;p27">
            <a:extLst>
              <a:ext uri="{FF2B5EF4-FFF2-40B4-BE49-F238E27FC236}">
                <a16:creationId xmlns:a16="http://schemas.microsoft.com/office/drawing/2014/main" id="{E315FCBA-1D43-1E72-C53A-DCF8F56BD884}"/>
              </a:ext>
            </a:extLst>
          </p:cNvPr>
          <p:cNvSpPr txBox="1">
            <a:spLocks noGrp="1"/>
          </p:cNvSpPr>
          <p:nvPr>
            <p:ph type="title"/>
          </p:nvPr>
        </p:nvSpPr>
        <p:spPr>
          <a:xfrm>
            <a:off x="713224" y="813710"/>
            <a:ext cx="4429361"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3D Cluster Extraction</a:t>
            </a:r>
            <a:endParaRPr dirty="0"/>
          </a:p>
        </p:txBody>
      </p:sp>
      <p:pic>
        <p:nvPicPr>
          <p:cNvPr id="5" name="Picture 4">
            <a:extLst>
              <a:ext uri="{FF2B5EF4-FFF2-40B4-BE49-F238E27FC236}">
                <a16:creationId xmlns:a16="http://schemas.microsoft.com/office/drawing/2014/main" id="{FD5349B2-93AF-A6DE-FF1B-E7DA2AB25024}"/>
              </a:ext>
            </a:extLst>
          </p:cNvPr>
          <p:cNvPicPr>
            <a:picLocks noChangeAspect="1"/>
          </p:cNvPicPr>
          <p:nvPr/>
        </p:nvPicPr>
        <p:blipFill>
          <a:blip r:embed="rId3"/>
          <a:stretch>
            <a:fillRect/>
          </a:stretch>
        </p:blipFill>
        <p:spPr>
          <a:xfrm>
            <a:off x="5019724" y="1454810"/>
            <a:ext cx="3051303" cy="2647212"/>
          </a:xfrm>
          <a:prstGeom prst="rect">
            <a:avLst/>
          </a:prstGeom>
        </p:spPr>
      </p:pic>
      <p:sp>
        <p:nvSpPr>
          <p:cNvPr id="6" name="TextBox 5">
            <a:extLst>
              <a:ext uri="{FF2B5EF4-FFF2-40B4-BE49-F238E27FC236}">
                <a16:creationId xmlns:a16="http://schemas.microsoft.com/office/drawing/2014/main" id="{8D8EF4A8-B1D0-5AED-12AF-125AA38C3A3C}"/>
              </a:ext>
            </a:extLst>
          </p:cNvPr>
          <p:cNvSpPr txBox="1"/>
          <p:nvPr/>
        </p:nvSpPr>
        <p:spPr>
          <a:xfrm>
            <a:off x="8507186" y="4778573"/>
            <a:ext cx="832757" cy="307777"/>
          </a:xfrm>
          <a:prstGeom prst="rect">
            <a:avLst/>
          </a:prstGeom>
          <a:noFill/>
        </p:spPr>
        <p:txBody>
          <a:bodyPr wrap="square" rtlCol="0">
            <a:spAutoFit/>
          </a:bodyPr>
          <a:lstStyle/>
          <a:p>
            <a:r>
              <a:rPr lang="en-US" dirty="0"/>
              <a:t>15/20</a:t>
            </a:r>
          </a:p>
        </p:txBody>
      </p:sp>
    </p:spTree>
    <p:extLst>
      <p:ext uri="{BB962C8B-B14F-4D97-AF65-F5344CB8AC3E}">
        <p14:creationId xmlns:p14="http://schemas.microsoft.com/office/powerpoint/2010/main" val="256413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2B1C51A2-5304-CA7E-EA15-C042A889ADD0}"/>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31F14CF7-875A-BC0D-A5C0-CE332F49DB25}"/>
              </a:ext>
            </a:extLst>
          </p:cNvPr>
          <p:cNvSpPr txBox="1">
            <a:spLocks noGrp="1"/>
          </p:cNvSpPr>
          <p:nvPr>
            <p:ph type="subTitle" idx="1"/>
          </p:nvPr>
        </p:nvSpPr>
        <p:spPr>
          <a:xfrm>
            <a:off x="4136738" y="1922809"/>
            <a:ext cx="4306500" cy="1982700"/>
          </a:xfrm>
          <a:prstGeom prst="rect">
            <a:avLst/>
          </a:prstGeom>
        </p:spPr>
        <p:txBody>
          <a:bodyPr spcFirstLastPara="1" wrap="square" lIns="91425" tIns="91425" rIns="91425" bIns="91425" anchor="t" anchorCtr="0">
            <a:noAutofit/>
          </a:bodyPr>
          <a:lstStyle/>
          <a:p>
            <a:pPr marL="171450" lvl="0" indent="-171450" algn="l" rtl="0">
              <a:lnSpc>
                <a:spcPct val="200000"/>
              </a:lnSpc>
              <a:spcBef>
                <a:spcPts val="0"/>
              </a:spcBef>
              <a:spcAft>
                <a:spcPts val="0"/>
              </a:spcAft>
              <a:buFont typeface="Arial" panose="020B0604020202020204" pitchFamily="34" charset="0"/>
              <a:buChar char="•"/>
            </a:pPr>
            <a:r>
              <a:rPr lang="en-US" sz="1600" dirty="0"/>
              <a:t>Cluster Neighbor Centroids</a:t>
            </a:r>
          </a:p>
          <a:p>
            <a:pPr marL="171450" lvl="0" indent="-171450" algn="l" rtl="0">
              <a:lnSpc>
                <a:spcPct val="200000"/>
              </a:lnSpc>
              <a:spcBef>
                <a:spcPts val="0"/>
              </a:spcBef>
              <a:spcAft>
                <a:spcPts val="0"/>
              </a:spcAft>
              <a:buFont typeface="Arial" panose="020B0604020202020204" pitchFamily="34" charset="0"/>
              <a:buChar char="•"/>
            </a:pPr>
            <a:r>
              <a:rPr lang="en-US" sz="1600" dirty="0"/>
              <a:t>Compute Growth Direction/Clustering Pattern</a:t>
            </a:r>
          </a:p>
          <a:p>
            <a:pPr marL="171450" lvl="0" indent="-171450" algn="l" rtl="0">
              <a:lnSpc>
                <a:spcPct val="200000"/>
              </a:lnSpc>
              <a:spcBef>
                <a:spcPts val="0"/>
              </a:spcBef>
              <a:spcAft>
                <a:spcPts val="0"/>
              </a:spcAft>
              <a:buFont typeface="Arial" panose="020B0604020202020204" pitchFamily="34" charset="0"/>
              <a:buChar char="•"/>
            </a:pPr>
            <a:r>
              <a:rPr lang="en-US" sz="1600" dirty="0"/>
              <a:t>Determine Region Centroid/Offset</a:t>
            </a:r>
          </a:p>
          <a:p>
            <a:pPr marL="0" lvl="0" indent="0" algn="l" rtl="0">
              <a:spcBef>
                <a:spcPts val="0"/>
              </a:spcBef>
              <a:spcAft>
                <a:spcPts val="0"/>
              </a:spcAft>
            </a:pPr>
            <a:endParaRPr lang="en-US" sz="1600" dirty="0"/>
          </a:p>
        </p:txBody>
      </p:sp>
      <p:sp>
        <p:nvSpPr>
          <p:cNvPr id="1213" name="Google Shape;1213;p27">
            <a:extLst>
              <a:ext uri="{FF2B5EF4-FFF2-40B4-BE49-F238E27FC236}">
                <a16:creationId xmlns:a16="http://schemas.microsoft.com/office/drawing/2014/main" id="{D72D7C0D-EC4C-72E1-2655-CEF2965D5A96}"/>
              </a:ext>
            </a:extLst>
          </p:cNvPr>
          <p:cNvSpPr txBox="1">
            <a:spLocks noGrp="1"/>
          </p:cNvSpPr>
          <p:nvPr>
            <p:ph type="title"/>
          </p:nvPr>
        </p:nvSpPr>
        <p:spPr>
          <a:xfrm>
            <a:off x="4136738" y="1281884"/>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Region Estimation</a:t>
            </a:r>
            <a:endParaRPr dirty="0"/>
          </a:p>
        </p:txBody>
      </p:sp>
      <p:pic>
        <p:nvPicPr>
          <p:cNvPr id="5" name="Picture 4">
            <a:extLst>
              <a:ext uri="{FF2B5EF4-FFF2-40B4-BE49-F238E27FC236}">
                <a16:creationId xmlns:a16="http://schemas.microsoft.com/office/drawing/2014/main" id="{8EB0EBB6-0B71-F7E2-AD83-5C04A40B4DB1}"/>
              </a:ext>
            </a:extLst>
          </p:cNvPr>
          <p:cNvPicPr>
            <a:picLocks noChangeAspect="1"/>
          </p:cNvPicPr>
          <p:nvPr/>
        </p:nvPicPr>
        <p:blipFill>
          <a:blip r:embed="rId3"/>
          <a:stretch>
            <a:fillRect/>
          </a:stretch>
        </p:blipFill>
        <p:spPr>
          <a:xfrm>
            <a:off x="1031253" y="802758"/>
            <a:ext cx="2474376" cy="3722914"/>
          </a:xfrm>
          <a:prstGeom prst="rect">
            <a:avLst/>
          </a:prstGeom>
        </p:spPr>
      </p:pic>
      <p:sp>
        <p:nvSpPr>
          <p:cNvPr id="6" name="TextBox 5">
            <a:extLst>
              <a:ext uri="{FF2B5EF4-FFF2-40B4-BE49-F238E27FC236}">
                <a16:creationId xmlns:a16="http://schemas.microsoft.com/office/drawing/2014/main" id="{95C09C93-893E-5701-4B85-A6643A188076}"/>
              </a:ext>
            </a:extLst>
          </p:cNvPr>
          <p:cNvSpPr txBox="1"/>
          <p:nvPr/>
        </p:nvSpPr>
        <p:spPr>
          <a:xfrm>
            <a:off x="8507186" y="4778573"/>
            <a:ext cx="832757" cy="307777"/>
          </a:xfrm>
          <a:prstGeom prst="rect">
            <a:avLst/>
          </a:prstGeom>
          <a:noFill/>
        </p:spPr>
        <p:txBody>
          <a:bodyPr wrap="square" rtlCol="0">
            <a:spAutoFit/>
          </a:bodyPr>
          <a:lstStyle/>
          <a:p>
            <a:r>
              <a:rPr lang="en-US" dirty="0"/>
              <a:t>16/20</a:t>
            </a:r>
          </a:p>
        </p:txBody>
      </p:sp>
    </p:spTree>
    <p:extLst>
      <p:ext uri="{BB962C8B-B14F-4D97-AF65-F5344CB8AC3E}">
        <p14:creationId xmlns:p14="http://schemas.microsoft.com/office/powerpoint/2010/main" val="39367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7B71AD40-B84D-8240-E471-C9CE0ACAC821}"/>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FB63ECB1-81B5-A4F6-4E13-ED7A02AAE151}"/>
              </a:ext>
            </a:extLst>
          </p:cNvPr>
          <p:cNvSpPr txBox="1">
            <a:spLocks noGrp="1"/>
          </p:cNvSpPr>
          <p:nvPr>
            <p:ph type="title"/>
          </p:nvPr>
        </p:nvSpPr>
        <p:spPr>
          <a:xfrm>
            <a:off x="4130550" y="25717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Next Steps</a:t>
            </a:r>
            <a:endParaRPr dirty="0"/>
          </a:p>
        </p:txBody>
      </p:sp>
      <p:sp>
        <p:nvSpPr>
          <p:cNvPr id="1290" name="Google Shape;1290;p28">
            <a:extLst>
              <a:ext uri="{FF2B5EF4-FFF2-40B4-BE49-F238E27FC236}">
                <a16:creationId xmlns:a16="http://schemas.microsoft.com/office/drawing/2014/main" id="{1287E8D2-3A4C-B585-C684-A6473EAC87BE}"/>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grpSp>
        <p:nvGrpSpPr>
          <p:cNvPr id="1291" name="Google Shape;1291;p28">
            <a:extLst>
              <a:ext uri="{FF2B5EF4-FFF2-40B4-BE49-F238E27FC236}">
                <a16:creationId xmlns:a16="http://schemas.microsoft.com/office/drawing/2014/main" id="{21D3EFE9-2CEF-6DE1-A18F-4B9E1C788C60}"/>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3923582A-E0E4-2160-1620-4787A0AF525D}"/>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4ECED4BD-C073-29F1-7AED-3DC2F13EDE29}"/>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86448790-F96A-ACC6-CABF-A66D72AF6A7A}"/>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05945AB1-92E6-E3B2-B509-5ECA369B337B}"/>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AE76A841-5AEE-E7D1-A5A4-2A6C5D2395AD}"/>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4BDBAF27-E7A8-5735-774F-ED3CC1DD6A74}"/>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B0D3D544-4876-6AC3-611C-F84597DDC349}"/>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E38817F7-3223-1204-D9E1-FA37778DF0C3}"/>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50AF8489-B04A-5FBD-7FAF-E20739A2FE5C}"/>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C6433B3F-0FDA-3C3B-1B76-D8DE1960EF6E}"/>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7D03AB7E-952E-2F84-0063-A87FB6B2D276}"/>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44C9D8E1-CC12-B7BA-0C3D-6FA21E286202}"/>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1670DA21-CA43-3F04-AF07-E5619FB144C4}"/>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0E66E2B2-0E73-1E9C-3D7D-8829F88B8869}"/>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9C2EE160-2DF2-7AE1-682E-6788E000FCE7}"/>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5FCBAB5B-186A-8C69-9050-E4AACB92BB56}"/>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B4BBF21B-2763-C49F-EEB1-A1D7B9ACCB7B}"/>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D9BE1564-7AC6-9682-EF3A-6CDA620EA64C}"/>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DE127598-F02F-32F7-87A0-F851E38C835C}"/>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2697D380-C2B3-851D-1A33-D3243BC820C0}"/>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45C50033-B838-CD49-A44F-70B4AE1338E1}"/>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C08BC861-6B8B-454E-037A-5BDE8E8F2A49}"/>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5D317FA6-084B-CA50-4821-B2A0274AEDAB}"/>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E5DD8AA5-94ED-093F-C8E3-F08E87E7D8CD}"/>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A85B7773-F52D-85A5-0F77-78BF6374A214}"/>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995A770D-CE98-FA1C-23FA-D78C8E40E781}"/>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D69FFA9E-5E09-099D-D414-3ED8FA293904}"/>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7EAB219E-F8BC-80A5-5559-0EF85B0DC747}"/>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63584E23-6815-0E22-BBDD-D7B8172272CA}"/>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597189A4-6CC9-2E59-C6FD-FFA54A1369E5}"/>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7D456CE4-9CA1-08BC-E0CE-27C940091DA7}"/>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5CED76F7-549F-5A32-B58F-4C235F57D5CA}"/>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DBCE922C-2818-C0B0-4C9D-30DE4703F5D4}"/>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6265C705-FD94-4AA7-E011-F253C759A8ED}"/>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EB8DA8AF-75DF-5B3B-B006-F90DAA89A45D}"/>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D6C6D496-2DF3-089B-6F0D-1F0B019B8C14}"/>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7AD1559A-79EC-3959-6F32-9603F06FA7CD}"/>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9941449B-60A1-70F8-606B-8FD6B0483D78}"/>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60DC6C87-D3D3-E678-B931-F07C971CF389}"/>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BCD7ECFA-D9C1-AEFF-97B3-06AE12A9BF73}"/>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DB95BE2E-AF14-BCC3-A18E-44F3BC1F494B}"/>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DA5E8041-5E0F-4D50-3F00-686998D7E99B}"/>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AC2F81A5-DFCE-CDD3-35F2-E620DF53B820}"/>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1719F631-BCA0-3F02-6298-4638CBCDCB78}"/>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D1B55A4C-DC28-0B00-A2CE-B503BCCF7841}"/>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2AA063F6-6834-D06E-8EB5-001A739ACBF9}"/>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AA9D7D16-21B1-8FDE-7BE9-D8E26767416C}"/>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ABD55A7F-0DD5-46E2-A686-E63DB3282642}"/>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DB08E7A5-EA43-6F10-DF67-89353D71E950}"/>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04E1AFCF-1ECA-07AE-30B1-03E2DE39B613}"/>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5C6017CE-248D-66C5-A321-9B92F17097D2}"/>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446383D7-B331-34EA-8AC4-C89C037276B0}"/>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275124D2-A6A8-D134-15EA-B43D5746B6AA}"/>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5902D513-68DA-8477-258A-773D0434E23C}"/>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90C01F02-F567-CE3A-17A3-3F52E19D0A13}"/>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95F21316-8E46-DACB-CDD0-82716EFA78D2}"/>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EE2DDF63-893A-8DCE-5616-62129818C112}"/>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EDCC54E4-86C8-C465-BE2A-B439DDCE4557}"/>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F596597B-D3F5-59D4-5F1F-9B6A10A5DFE3}"/>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49B8D6C0-3487-85BF-2989-115BB7868D9A}"/>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7BB8FE9F-5977-A202-4090-643539F3BFC3}"/>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6B419F0D-876C-30EB-4FDB-6D0212452E9E}"/>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71F7EEFC-9B97-CB71-CEA2-63741C194D2C}"/>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85C7C0DF-BA58-20D6-3641-5D3C5581CA36}"/>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3967EF6A-54DD-15C8-6EAA-905412391497}"/>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F6262C8B-A622-A4F4-7F59-D530436636A6}"/>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F956FA72-9B2D-FAC0-5281-74B60644DCB1}"/>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95AA2299-2228-AAC8-8B47-06CEC9EAAF5A}"/>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D830A519-8272-1847-C002-7DD8B0EF6589}"/>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D34B004A-288F-CD27-560E-50611A2F216C}"/>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CFAD401E-D137-6CD5-548B-9377B526D896}"/>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2BAC964E-4CE7-8CFE-65DC-0EE90B870C59}"/>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F0451CF8-093B-93CF-DAB9-7295BF4861AD}"/>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7D416DB6-C436-F16E-87C9-B3A3C790AFE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88DF9BF0-0B67-5352-B3C3-7D1EF40A65D7}"/>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21184420-E7B0-654E-10DC-2077EC32400B}"/>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22A85318-D00E-B026-7446-F906537ABD9F}"/>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90066143-FC8B-CCC8-E977-659EAE640B10}"/>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F6A17C0A-740B-27F5-DAAC-BB23B6DAF26A}"/>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95B79467-7ED6-C11E-5D27-EBCA8EA40915}"/>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E7EF5DD2-E7FE-4FE3-015A-6E05355A145A}"/>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CE5741EF-B579-049C-97CC-93AA8F1316CB}"/>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D05B4A1D-5724-29B5-B5F2-9A07BBEAE7EC}"/>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900F5D9D-3287-2AB2-5AC8-E7D42106CFAE}"/>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D3DA2ECC-682A-0E5C-6F54-2DB51659036F}"/>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2C45238F-1994-B415-0D64-10DC4D2D4B86}"/>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2A92BA5A-EE15-219F-8945-316F0D13933B}"/>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18BBAA79-29D4-E02D-D5AE-C43697E4AACB}"/>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8F516617-0AA3-8D1D-5904-AA73B25AE0A0}"/>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99CA0075-1D85-1067-0D21-2E899A6FE5DA}"/>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0FBEE643-5887-E3D2-8925-5D7D4D262BAD}"/>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2A1E481E-BB91-7002-F2EC-1CAD8AF9B385}"/>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FA48B0CD-F857-71C0-8FC0-E20AF5421311}"/>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7298663B-5316-395A-0CA5-8AE16C1210E1}"/>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0E672B41-7FE3-999C-C8C5-FC4AD6DFEC56}"/>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77EA8454-8AF8-8600-A5DC-BC51870845B8}"/>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F0D057F6-44A5-7131-A07B-CDD49808B83E}"/>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2A746931-9866-C649-5C34-DF1299FCE541}"/>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687AF052-E8E3-58BE-5101-C51583E25DD5}"/>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D7C83EC8-A11C-7A20-A4C6-92625AB3F7BC}"/>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36716CA0-94E1-A8B2-9C7B-A7B9D892212B}"/>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F931166A-FA9D-AB05-CFC6-1A28971F160E}"/>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60820365-BEE0-1DA3-D69D-7983FD618691}"/>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9CEBD24C-3011-1DFF-3810-9DBB03D6317D}"/>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C700C383-7D00-0701-CA5F-41FF317E9DA5}"/>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4906B0D9-6237-3F94-AFB9-C41FEB989112}"/>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EBF8AF7D-CBC7-6E5C-4198-60FC2FBE0EE6}"/>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D4A48A5D-E2C5-39DA-B2DE-7D3A7D36FF02}"/>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9C75A882-7EDA-90BC-C06E-7058B1002A69}"/>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15E828AE-C708-E7E5-BD9A-353C1AF3397B}"/>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773AA4CF-480A-3607-2C9D-1AB54C5DDA5A}"/>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F298A9A7-CC54-F8CD-4E8B-303EB4140839}"/>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8FD8D260-E352-46DA-06DA-64D663ED8B98}"/>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19C4409E-B460-A6DD-4203-6880648FD056}"/>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E0B61476-8AC7-3952-0514-9C5B9E76014A}"/>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A7425062-A080-938C-8E17-8FEE50CD145C}"/>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0C47C89C-06A2-5455-CF1E-9ACF8331AE72}"/>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CA1E37E9-F459-8BEB-0448-92763F2211CF}"/>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5125972C-192B-BE29-BBD1-0D231F6E9874}"/>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4FDF4157-659E-E96A-F228-9D7BCA4D00FA}"/>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B3625A91-D95A-AE09-CC0B-0A2B28AEE903}"/>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6A9C0517-3D26-AF15-5BCF-4E47204F15F3}"/>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C614AC45-036F-9919-E64C-030897C345AE}"/>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6ED1663A-F118-5E22-826D-D88DF989939A}"/>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4880948E-0092-AFF2-1392-809ACD3097CD}"/>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8DFD6DED-1497-9BB5-1491-3C7A9F391556}"/>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D732F3A6-6D83-0942-02DB-6CCE751B874F}"/>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CB02B622-5FC5-7C07-050D-F3CB33A2EF9B}"/>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ADE7472A-ABA4-317B-7361-4305026F59CC}"/>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2EBB7EA1-C849-7EC4-1881-347B17B07CB6}"/>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D24EDDB8-9FE2-2ED4-F3FF-56718FC53AA6}"/>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0C63AAD0-0E3F-C9C1-9C43-D50E7D0C64C4}"/>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766F0493-2D84-1FCC-6777-C7183E1DB36A}"/>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B8DF2530-7994-D8A6-8E7A-F7BB10C98572}"/>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EBAFA061-AAA5-F0C8-33F0-BCBDCF915587}"/>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3EF4A49D-EC9F-6C38-81A4-016EC25BAF2D}"/>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28F75D13-1409-027E-5CF5-966AFA645DBF}"/>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D968661D-7EFF-231E-37D1-AC2A18A8F239}"/>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3E72F7E2-9C49-C642-6CAB-7A8FDD9CC671}"/>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9CEEB8D5-3E30-9275-CAE4-78F4D46D8941}"/>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835912C6-704D-FD7D-9DB7-3CA005DB5067}"/>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6A446FDA-5F29-791E-5547-C085A23B363F}"/>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484B8EE7-317D-EED3-84B1-9C56FC1864CC}"/>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E909B4EC-2F4E-6429-58D2-3172792DCF8B}"/>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D535D05B-581D-0D95-A8ED-ECED5CB90A69}"/>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9178A21B-EB00-DFDF-A9F5-691A1374CB33}"/>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32126C90-2C59-A8EA-8471-DDC4A8627DF4}"/>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DD477A1A-25C2-BBA4-4FDC-D45E6303E095}"/>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34C454F8-FDF6-E7E5-C383-4BB8E4D2D395}"/>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5A3D0064-37F2-DC92-559D-79A69928C599}"/>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73BB70C5-8C2D-693D-EB4B-0C968DD5C493}"/>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B0F182B9-88DD-E784-0EA0-BD909ABDE9B2}"/>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5F838A86-E18D-725F-3851-43966B5215B0}"/>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514BF192-E402-DF19-CCC5-C5D96AB0C984}"/>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82CB0B03-AF85-6EE0-D50C-DAAEEA892549}"/>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A940F56F-278A-87D8-D321-DF662B2771B9}"/>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10752986-5C54-A8B0-1759-1DDA8E662BDD}"/>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0EEE4B86-EBDF-778F-2150-8B3E0136305F}"/>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B40F0A48-068B-AECB-732E-383542D12B98}"/>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FBCF096D-90DF-60EE-8707-365FAA23FC05}"/>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FB714AE6-C33D-E9A3-A4F9-5E9E5F94A9F5}"/>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27E06ABE-7BA2-914B-3499-38CF781FC29F}"/>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9B91CCFF-8E10-D462-6989-4E36DE732867}"/>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F4C8659D-B4B0-9E60-AFD8-25FC23731267}"/>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7E681476-1A7E-5FC9-E456-B4C7D31A8515}"/>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A0ACDB4F-EE06-B36A-CA2C-F917D15DE117}"/>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7A01D457-667D-4196-C34D-44B1F5190E07}"/>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7F7C61CC-CE87-8109-C1C1-18FA97A89D1B}"/>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2BED9D0B-A997-80B9-D5BF-84F0A8088643}"/>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73F79998-DFD3-BE86-77F8-286619D0D312}"/>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22EFC901-88E8-6AE0-E2FD-2589A053F5E4}"/>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94990687-F904-0CB4-060B-AC751A5154F9}"/>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68781969-903D-3CFD-1BFA-F6C4962F4A1D}"/>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5F131C00-5710-97CD-5508-0D91669782D2}"/>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051D7284-C979-6285-861B-49CB00A6F841}"/>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59F342CF-611B-DB65-112A-87FC93EC3618}"/>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3600CA6E-1F91-B533-804C-4CFF69EA19D8}"/>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501DBD03-993F-6C75-9728-82A199D80688}"/>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22050798-1F46-634C-17C7-B5BB7487D6D9}"/>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618737CE-7ECB-59BD-04C3-3994833D6120}"/>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5164A8AD-E816-3B2A-DEDD-990DC12867C8}"/>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EFA12220-BBB4-D16E-C200-17658CDD86BA}"/>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3A3877C8-EBDE-98CA-21A7-D8EC39A18C1A}"/>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39F785FC-CF47-EBDF-C816-785AEB62B126}"/>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45279849-B67E-882E-5DBB-BF06EDE9B08A}"/>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DC6DE4D0-7FD2-B56D-E843-05A6B53AB989}"/>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BFB53150-CC38-68EE-1C73-3487B814BD30}"/>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BB47EBB2-E0A7-6F19-3340-B4B9A5E6E6C2}"/>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43CA750C-82F4-04A5-87AD-4B2F225A9363}"/>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518BEA94-8456-CA12-B75E-7B9037EDA432}"/>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945B9CB3-3D3D-BC0B-2340-5244AAEC40E4}"/>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717F9502-9138-7FA5-B0A2-1D2ADAF41B7D}"/>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17127572-FADE-EFD6-B685-9A28E63D343A}"/>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43DF930E-DBF5-02B3-D7D5-4BEA5BEAE9C7}"/>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D0AC075D-67A6-98C6-1EEB-CCD672243263}"/>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2D55D05F-C3C0-DEBB-1337-9AE98EAE1814}"/>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18FA5388-3252-9AD1-25A4-206F6F7F74BA}"/>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1D97AFF4-9DD5-8617-C68C-667BB4E4BB6E}"/>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8C47E7A0-8472-8DE0-E1B7-6DBE9FA7BBDD}"/>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1C3D2357-4AAA-67FD-6F4B-BE224A7ECF95}"/>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20CD5DCF-DDC8-7084-5AE2-4E0B810A452A}"/>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EE4E1C03-A0B5-65B7-F2F8-F12B036BB22C}"/>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7D8C7397-96AD-1413-0934-B49D748CE7B1}"/>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644F7592-5D98-1B93-652D-22BF2B500529}"/>
              </a:ext>
            </a:extLst>
          </p:cNvPr>
          <p:cNvSpPr txBox="1"/>
          <p:nvPr/>
        </p:nvSpPr>
        <p:spPr>
          <a:xfrm>
            <a:off x="8507186" y="4778573"/>
            <a:ext cx="832757" cy="307777"/>
          </a:xfrm>
          <a:prstGeom prst="rect">
            <a:avLst/>
          </a:prstGeom>
          <a:noFill/>
        </p:spPr>
        <p:txBody>
          <a:bodyPr wrap="square" rtlCol="0">
            <a:spAutoFit/>
          </a:bodyPr>
          <a:lstStyle/>
          <a:p>
            <a:r>
              <a:rPr lang="en-US" dirty="0"/>
              <a:t>17/20</a:t>
            </a:r>
          </a:p>
        </p:txBody>
      </p:sp>
    </p:spTree>
    <p:extLst>
      <p:ext uri="{BB962C8B-B14F-4D97-AF65-F5344CB8AC3E}">
        <p14:creationId xmlns:p14="http://schemas.microsoft.com/office/powerpoint/2010/main" val="1619970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FD96364C-1349-78FF-BE78-66C9FF3CE1D1}"/>
            </a:ext>
          </a:extLst>
        </p:cNvPr>
        <p:cNvGrpSpPr/>
        <p:nvPr/>
      </p:nvGrpSpPr>
      <p:grpSpPr>
        <a:xfrm>
          <a:off x="0" y="0"/>
          <a:ext cx="0" cy="0"/>
          <a:chOff x="0" y="0"/>
          <a:chExt cx="0" cy="0"/>
        </a:xfrm>
      </p:grpSpPr>
      <p:sp>
        <p:nvSpPr>
          <p:cNvPr id="1499" name="Google Shape;1499;p29">
            <a:extLst>
              <a:ext uri="{FF2B5EF4-FFF2-40B4-BE49-F238E27FC236}">
                <a16:creationId xmlns:a16="http://schemas.microsoft.com/office/drawing/2014/main" id="{E9B3E484-9C24-1ADA-2DB2-5AF16640D2BE}"/>
              </a:ext>
            </a:extLst>
          </p:cNvPr>
          <p:cNvSpPr txBox="1">
            <a:spLocks noGrp="1"/>
          </p:cNvSpPr>
          <p:nvPr>
            <p:ph type="subTitle" idx="4"/>
          </p:nvPr>
        </p:nvSpPr>
        <p:spPr>
          <a:xfrm>
            <a:off x="2978421" y="942461"/>
            <a:ext cx="2742000" cy="42928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Robot Integration</a:t>
            </a:r>
            <a:endParaRPr dirty="0"/>
          </a:p>
        </p:txBody>
      </p:sp>
      <p:sp>
        <p:nvSpPr>
          <p:cNvPr id="1501" name="Google Shape;1501;p29">
            <a:extLst>
              <a:ext uri="{FF2B5EF4-FFF2-40B4-BE49-F238E27FC236}">
                <a16:creationId xmlns:a16="http://schemas.microsoft.com/office/drawing/2014/main" id="{2FC41079-C6D7-1FD8-E7CD-78AAB2E98F21}"/>
              </a:ext>
            </a:extLst>
          </p:cNvPr>
          <p:cNvSpPr txBox="1">
            <a:spLocks noGrp="1"/>
          </p:cNvSpPr>
          <p:nvPr>
            <p:ph type="subTitle" idx="1"/>
          </p:nvPr>
        </p:nvSpPr>
        <p:spPr>
          <a:xfrm>
            <a:off x="3168493" y="1501361"/>
            <a:ext cx="2742000" cy="1664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400" dirty="0"/>
              <a:t>Adapting for Different Environments</a:t>
            </a:r>
          </a:p>
          <a:p>
            <a:pPr marL="171450" lvl="0" indent="-171450" algn="l" rtl="0">
              <a:lnSpc>
                <a:spcPct val="150000"/>
              </a:lnSpc>
              <a:spcBef>
                <a:spcPts val="0"/>
              </a:spcBef>
              <a:spcAft>
                <a:spcPts val="0"/>
              </a:spcAft>
              <a:buFont typeface="Arial" panose="020B0604020202020204" pitchFamily="34" charset="0"/>
              <a:buChar char="•"/>
            </a:pPr>
            <a:r>
              <a:rPr lang="en-US" sz="1400" dirty="0"/>
              <a:t>Adapt Sensor to Robot Input</a:t>
            </a:r>
          </a:p>
          <a:p>
            <a:pPr marL="171450" lvl="0" indent="-171450" algn="l" rtl="0">
              <a:lnSpc>
                <a:spcPct val="150000"/>
              </a:lnSpc>
              <a:spcBef>
                <a:spcPts val="0"/>
              </a:spcBef>
              <a:spcAft>
                <a:spcPts val="0"/>
              </a:spcAft>
              <a:buFont typeface="Arial" panose="020B0604020202020204" pitchFamily="34" charset="0"/>
              <a:buChar char="•"/>
            </a:pPr>
            <a:r>
              <a:rPr lang="en-US" sz="1400" dirty="0"/>
              <a:t>Output to Robot Action</a:t>
            </a:r>
          </a:p>
          <a:p>
            <a:pPr marL="0" lvl="0" indent="0" algn="l" rtl="0">
              <a:spcBef>
                <a:spcPts val="0"/>
              </a:spcBef>
              <a:spcAft>
                <a:spcPts val="0"/>
              </a:spcAft>
            </a:pPr>
            <a:endParaRPr lang="en-US" dirty="0"/>
          </a:p>
        </p:txBody>
      </p:sp>
      <p:sp>
        <p:nvSpPr>
          <p:cNvPr id="1502" name="Google Shape;1502;p29">
            <a:extLst>
              <a:ext uri="{FF2B5EF4-FFF2-40B4-BE49-F238E27FC236}">
                <a16:creationId xmlns:a16="http://schemas.microsoft.com/office/drawing/2014/main" id="{A81A7D30-0341-D530-97A2-15CAB92FF8DB}"/>
              </a:ext>
            </a:extLst>
          </p:cNvPr>
          <p:cNvSpPr txBox="1">
            <a:spLocks noGrp="1"/>
          </p:cNvSpPr>
          <p:nvPr>
            <p:ph type="subTitle" idx="2"/>
          </p:nvPr>
        </p:nvSpPr>
        <p:spPr>
          <a:xfrm>
            <a:off x="571870" y="1503105"/>
            <a:ext cx="2450546" cy="16647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en-US" sz="1400" dirty="0"/>
              <a:t>Specific Body Part Identification</a:t>
            </a:r>
          </a:p>
          <a:p>
            <a:pPr marL="171450" indent="-171450">
              <a:lnSpc>
                <a:spcPct val="150000"/>
              </a:lnSpc>
              <a:buFont typeface="Arial" panose="020B0604020202020204" pitchFamily="34" charset="0"/>
              <a:buChar char="•"/>
            </a:pPr>
            <a:r>
              <a:rPr lang="en-US" sz="1400" dirty="0"/>
              <a:t>Refine Region Estimation</a:t>
            </a:r>
            <a:endParaRPr sz="1400" dirty="0"/>
          </a:p>
        </p:txBody>
      </p:sp>
      <p:sp>
        <p:nvSpPr>
          <p:cNvPr id="1503" name="Google Shape;1503;p29">
            <a:extLst>
              <a:ext uri="{FF2B5EF4-FFF2-40B4-BE49-F238E27FC236}">
                <a16:creationId xmlns:a16="http://schemas.microsoft.com/office/drawing/2014/main" id="{4691AD13-2FA2-AC3C-ED7F-8370F3D99ADD}"/>
              </a:ext>
            </a:extLst>
          </p:cNvPr>
          <p:cNvSpPr txBox="1">
            <a:spLocks noGrp="1"/>
          </p:cNvSpPr>
          <p:nvPr>
            <p:ph type="subTitle" idx="3"/>
          </p:nvPr>
        </p:nvSpPr>
        <p:spPr>
          <a:xfrm>
            <a:off x="649117" y="942460"/>
            <a:ext cx="2008571"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Body Part Segmentation</a:t>
            </a:r>
            <a:endParaRPr dirty="0"/>
          </a:p>
        </p:txBody>
      </p:sp>
      <p:sp>
        <p:nvSpPr>
          <p:cNvPr id="5" name="Google Shape;1499;p29">
            <a:extLst>
              <a:ext uri="{FF2B5EF4-FFF2-40B4-BE49-F238E27FC236}">
                <a16:creationId xmlns:a16="http://schemas.microsoft.com/office/drawing/2014/main" id="{4879FFC7-8DC2-CAED-8367-23D72A78E9A0}"/>
              </a:ext>
            </a:extLst>
          </p:cNvPr>
          <p:cNvSpPr txBox="1">
            <a:spLocks/>
          </p:cNvSpPr>
          <p:nvPr/>
        </p:nvSpPr>
        <p:spPr>
          <a:xfrm>
            <a:off x="5830130" y="942460"/>
            <a:ext cx="2742000" cy="42928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lgn="ctr"/>
            <a:r>
              <a:rPr lang="en-US" dirty="0"/>
              <a:t>Improvements</a:t>
            </a:r>
          </a:p>
        </p:txBody>
      </p:sp>
      <p:sp>
        <p:nvSpPr>
          <p:cNvPr id="6" name="Google Shape;1501;p29">
            <a:extLst>
              <a:ext uri="{FF2B5EF4-FFF2-40B4-BE49-F238E27FC236}">
                <a16:creationId xmlns:a16="http://schemas.microsoft.com/office/drawing/2014/main" id="{30A8EE15-DAF3-0885-8721-C2B02593BC29}"/>
              </a:ext>
            </a:extLst>
          </p:cNvPr>
          <p:cNvSpPr txBox="1">
            <a:spLocks/>
          </p:cNvSpPr>
          <p:nvPr/>
        </p:nvSpPr>
        <p:spPr>
          <a:xfrm>
            <a:off x="6136234" y="1501361"/>
            <a:ext cx="2435896" cy="166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200"/>
              <a:buFont typeface="Open Sans"/>
              <a:buNone/>
              <a:defRPr sz="1200" b="0" i="0" u="none" strike="noStrike" cap="none">
                <a:solidFill>
                  <a:schemeClr val="dk1"/>
                </a:solidFill>
                <a:latin typeface="Open Sans"/>
                <a:ea typeface="Open Sans"/>
                <a:cs typeface="Open Sans"/>
                <a:sym typeface="Open Sans"/>
              </a:defRPr>
            </a:lvl9pPr>
          </a:lstStyle>
          <a:p>
            <a:pPr marL="171450" indent="-171450">
              <a:lnSpc>
                <a:spcPct val="150000"/>
              </a:lnSpc>
              <a:buFont typeface="Arial" panose="020B0604020202020204" pitchFamily="34" charset="0"/>
              <a:buChar char="•"/>
            </a:pPr>
            <a:r>
              <a:rPr lang="en-US" sz="1400" dirty="0"/>
              <a:t>More Detection Methods</a:t>
            </a:r>
          </a:p>
          <a:p>
            <a:pPr marL="171450" indent="-171450">
              <a:lnSpc>
                <a:spcPct val="150000"/>
              </a:lnSpc>
              <a:buFont typeface="Arial" panose="020B0604020202020204" pitchFamily="34" charset="0"/>
              <a:buChar char="•"/>
            </a:pPr>
            <a:r>
              <a:rPr lang="en-US" sz="1400" dirty="0"/>
              <a:t>Reduce False Positives</a:t>
            </a:r>
          </a:p>
          <a:p>
            <a:pPr marL="171450" indent="-171450">
              <a:lnSpc>
                <a:spcPct val="150000"/>
              </a:lnSpc>
              <a:buFont typeface="Arial" panose="020B0604020202020204" pitchFamily="34" charset="0"/>
              <a:buChar char="•"/>
            </a:pPr>
            <a:r>
              <a:rPr lang="en-US" sz="1400" dirty="0"/>
              <a:t>Reliability/Consistency</a:t>
            </a:r>
          </a:p>
          <a:p>
            <a:pPr marL="171450" indent="-171450">
              <a:buFont typeface="Arial" panose="020B0604020202020204" pitchFamily="34" charset="0"/>
              <a:buChar char="•"/>
            </a:pPr>
            <a:endParaRPr lang="en-US" dirty="0"/>
          </a:p>
        </p:txBody>
      </p:sp>
      <p:cxnSp>
        <p:nvCxnSpPr>
          <p:cNvPr id="8" name="Straight Connector 7">
            <a:extLst>
              <a:ext uri="{FF2B5EF4-FFF2-40B4-BE49-F238E27FC236}">
                <a16:creationId xmlns:a16="http://schemas.microsoft.com/office/drawing/2014/main" id="{2250AB70-B2F2-6CCE-12AA-DB8FBF5835F0}"/>
              </a:ext>
            </a:extLst>
          </p:cNvPr>
          <p:cNvCxnSpPr>
            <a:cxnSpLocks/>
          </p:cNvCxnSpPr>
          <p:nvPr/>
        </p:nvCxnSpPr>
        <p:spPr>
          <a:xfrm>
            <a:off x="2963791" y="560070"/>
            <a:ext cx="0" cy="402336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2B33569-B638-B40F-71BE-C67075DF2B78}"/>
              </a:ext>
            </a:extLst>
          </p:cNvPr>
          <p:cNvCxnSpPr>
            <a:cxnSpLocks/>
          </p:cNvCxnSpPr>
          <p:nvPr/>
        </p:nvCxnSpPr>
        <p:spPr>
          <a:xfrm>
            <a:off x="6020325" y="560070"/>
            <a:ext cx="0" cy="4023360"/>
          </a:xfrm>
          <a:prstGeom prst="line">
            <a:avLst/>
          </a:prstGeom>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12A4D214-D2E5-D88E-A349-E86E832B79EB}"/>
              </a:ext>
            </a:extLst>
          </p:cNvPr>
          <p:cNvPicPr>
            <a:picLocks noChangeAspect="1"/>
          </p:cNvPicPr>
          <p:nvPr/>
        </p:nvPicPr>
        <p:blipFill>
          <a:blip r:embed="rId3"/>
          <a:stretch>
            <a:fillRect/>
          </a:stretch>
        </p:blipFill>
        <p:spPr>
          <a:xfrm>
            <a:off x="1042306" y="2652580"/>
            <a:ext cx="1280646" cy="1975756"/>
          </a:xfrm>
          <a:prstGeom prst="rect">
            <a:avLst/>
          </a:prstGeom>
        </p:spPr>
      </p:pic>
      <p:pic>
        <p:nvPicPr>
          <p:cNvPr id="2050" name="Picture 2" descr="About | Boston Dynamics">
            <a:extLst>
              <a:ext uri="{FF2B5EF4-FFF2-40B4-BE49-F238E27FC236}">
                <a16:creationId xmlns:a16="http://schemas.microsoft.com/office/drawing/2014/main" id="{2C3C3991-9687-8795-6380-A7A738E9A6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6387" y="2767801"/>
            <a:ext cx="2388591" cy="19757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Key Factors for Improving Website Loading Speed - Loop Media">
            <a:extLst>
              <a:ext uri="{FF2B5EF4-FFF2-40B4-BE49-F238E27FC236}">
                <a16:creationId xmlns:a16="http://schemas.microsoft.com/office/drawing/2014/main" id="{DA2F68B9-4EE4-F3B6-24A1-BE9747D237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5673" y="3015977"/>
            <a:ext cx="2219104" cy="147940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35B473-AA2A-E22C-8BBD-A09941284723}"/>
              </a:ext>
            </a:extLst>
          </p:cNvPr>
          <p:cNvSpPr txBox="1"/>
          <p:nvPr/>
        </p:nvSpPr>
        <p:spPr>
          <a:xfrm>
            <a:off x="8507186" y="4778573"/>
            <a:ext cx="832757" cy="307777"/>
          </a:xfrm>
          <a:prstGeom prst="rect">
            <a:avLst/>
          </a:prstGeom>
          <a:noFill/>
        </p:spPr>
        <p:txBody>
          <a:bodyPr wrap="square" rtlCol="0">
            <a:spAutoFit/>
          </a:bodyPr>
          <a:lstStyle/>
          <a:p>
            <a:r>
              <a:rPr lang="en-US" dirty="0"/>
              <a:t>18/20</a:t>
            </a:r>
          </a:p>
        </p:txBody>
      </p:sp>
    </p:spTree>
    <p:extLst>
      <p:ext uri="{BB962C8B-B14F-4D97-AF65-F5344CB8AC3E}">
        <p14:creationId xmlns:p14="http://schemas.microsoft.com/office/powerpoint/2010/main" val="3241270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B444571E-C3B8-4CF2-0978-DBDD8FA6657E}"/>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6CE8AEE0-C287-6669-C559-E0B1378F4AC5}"/>
              </a:ext>
            </a:extLst>
          </p:cNvPr>
          <p:cNvSpPr txBox="1">
            <a:spLocks noGrp="1"/>
          </p:cNvSpPr>
          <p:nvPr>
            <p:ph type="title"/>
          </p:nvPr>
        </p:nvSpPr>
        <p:spPr>
          <a:xfrm>
            <a:off x="4130550" y="25717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Questions?</a:t>
            </a:r>
            <a:endParaRPr dirty="0"/>
          </a:p>
        </p:txBody>
      </p:sp>
      <p:sp>
        <p:nvSpPr>
          <p:cNvPr id="1290" name="Google Shape;1290;p28">
            <a:extLst>
              <a:ext uri="{FF2B5EF4-FFF2-40B4-BE49-F238E27FC236}">
                <a16:creationId xmlns:a16="http://schemas.microsoft.com/office/drawing/2014/main" id="{21578295-7BA8-04D5-B36C-A91964A6C7E3}"/>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grpSp>
        <p:nvGrpSpPr>
          <p:cNvPr id="1291" name="Google Shape;1291;p28">
            <a:extLst>
              <a:ext uri="{FF2B5EF4-FFF2-40B4-BE49-F238E27FC236}">
                <a16:creationId xmlns:a16="http://schemas.microsoft.com/office/drawing/2014/main" id="{834AE5A5-F6A8-6A8B-E06F-020D068AAE71}"/>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4762B135-B4F2-FAA0-38C6-099B5445946F}"/>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28894CB5-1F18-92C2-AB30-B1930B52BFD2}"/>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62AA1D61-69AB-170D-42BA-0C6F0AAC9216}"/>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88AFC881-E97F-0433-407F-0380D8E846DA}"/>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1D5536F3-81FA-6771-BA27-B81925EE0C28}"/>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4B3EB0B9-CDA3-9808-253D-C0A2752400E3}"/>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08751129-2E27-C0F9-1582-9663E9579C95}"/>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C0D7C7C9-8B92-6F84-C903-B78E40AD2E4B}"/>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0DDF6957-C82C-9425-5334-5CE89A0677CC}"/>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494F42C2-3B30-A741-E267-66DB051A0C24}"/>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ADA10840-8705-B417-E932-1DC2618B8005}"/>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9CCFA8C3-CCD1-6E8A-3943-6168790B4C3D}"/>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26349680-35C4-5AD4-75E9-B10F4E60B78B}"/>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0BFDA5FB-3B05-E420-B4CC-DA9AE30D120B}"/>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19F27373-714B-4E0D-0974-9FAE31C88096}"/>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F8E11CA3-EF46-AB6D-23BF-DCD9DE4DEB6D}"/>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69F8D735-0E81-2AC5-1D3C-52B0D0E45387}"/>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DA929CEA-5D63-958A-127F-1E74E070991E}"/>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BDD9921C-431F-4775-B96C-4382FD2CD355}"/>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1C779034-24F5-09B3-009C-E94D379C58FB}"/>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430C9964-A681-96DB-29ED-629362E61D18}"/>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795CFFD6-7866-E0A8-AE53-A5806EFBFA0D}"/>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9672B604-3A75-A904-D7A7-B36DFC2F2286}"/>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62FEA91D-F12A-8BB7-52D9-EC8AABD976EF}"/>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860217E1-88E6-EBC5-8F5A-F9470D389DD9}"/>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0C09A8D1-E02C-8F01-7672-4FB98CCD3BA1}"/>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844CCD27-AAA0-E086-8736-4B8705C93977}"/>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3BC1796D-AA5E-C849-D2BD-E68B1D6C2DE7}"/>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A9AA3868-56D6-83B6-D671-EFC4FC3FFE15}"/>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9E95F5C5-7A2D-CEA1-2E58-A3D07EEF0207}"/>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B53E7602-BB0C-2475-0E97-A114F56ECE3F}"/>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52383835-9406-ED90-CA2D-2F803CACA719}"/>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022ACDED-6373-B87A-353F-1A0747E6078E}"/>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BC9D2DE3-B01E-A3EC-D093-14408A04E00E}"/>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38A6C2A4-6FAD-5726-2FE3-28DE96D8675E}"/>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475C4B61-712D-4B7D-696A-4878EE38AEEC}"/>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A54BD93E-4D35-9F9B-E16E-B0A95CB1FCAA}"/>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CAC97EFD-AF7B-B109-1D8A-3C9EE0FC3B10}"/>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6B55FC38-99C5-2359-72D9-DB795E324870}"/>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6D993179-977C-7378-A427-3F188938E9C1}"/>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0A3EAA47-434C-77E2-868A-BF96F919ADE4}"/>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2965D085-AF98-FFC0-8B09-47BE11B91A28}"/>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F4177074-D6E7-3E29-C33B-E737A0115004}"/>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7AB2BA7D-5915-D9BD-8004-567C38026ECB}"/>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25D7CC80-6BDA-FE4A-77A4-1486700BFEA8}"/>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7AC92FA4-2B97-09C5-903E-2234BBC4267B}"/>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0571ED6A-076F-214D-BA17-912C490CC59A}"/>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A75393EF-F855-42FD-386A-9357DB1C2B43}"/>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C535A636-FE0B-B38E-5A9A-4DC91466AEB3}"/>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B5CE15E2-0E1C-85B7-CB2E-128FEAEFA2CD}"/>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B0AF38A9-AF18-C134-F156-95D115B814BE}"/>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7E29F37F-C3D5-0198-1AD3-0CE6695F96BB}"/>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69292F20-63DA-E9CA-04A4-A04BDDE4AEDE}"/>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FAAB8580-32DD-6283-7A56-14B17CB7F90A}"/>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2FCCFD95-1231-FFD0-1581-2696D15AE0B5}"/>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41C7FB9B-A12E-5CB3-A84A-A9A1BFD47A56}"/>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DCA5FD66-E203-2D53-4063-ECAFD182791D}"/>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28D35D30-EE3F-209B-08F9-A4022CACC6B6}"/>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596C3C95-CDE4-DA70-86E3-B6BCF40440CB}"/>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8498BE5F-EC54-E1E7-7BAF-18B92D0990E4}"/>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DF9111A4-5279-FC09-F317-450227B470E9}"/>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F5164EC6-BC26-6C02-1752-4F193AE65640}"/>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025B439A-CB89-C690-D99E-8633F69D89B1}"/>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8724D743-F9B6-FD65-E36C-90D6F2230AB5}"/>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C0739FE5-5D27-A2F0-6A04-3221A6E2ADEA}"/>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EB8C22F9-8075-BC4C-9D60-701DE6416AFA}"/>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E39406CB-EA4D-75EC-1536-12D79AD9EEB7}"/>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FE548A0E-7E60-0E92-0A0F-761BDC6A992F}"/>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DD8FF08F-6E62-6C11-1CBB-981C24E522DF}"/>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36578509-4EDE-2274-623E-BF883C4EC1A7}"/>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34F275FF-A82C-B52E-F4CC-71DDA2AD7F9B}"/>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D8563B65-DFCA-E63A-5680-C9B9048CA663}"/>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94974644-0E66-B8A0-11C2-8A095022E53D}"/>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287B6378-19A4-8BC7-E356-06D6804B7B7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5F7840DF-027F-C715-587D-D6C7D7CA0E06}"/>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4AE72CDB-564B-A5C9-472B-564B9867D633}"/>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0E78BB20-27D4-0CAE-3B04-02C314B73274}"/>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BA386721-D3E9-5A64-6407-852CC644F1D8}"/>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844051AA-C5C1-DF61-7F8A-517F399CA000}"/>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FC21B178-A5CD-1511-96C8-3F01E491F48F}"/>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60D13326-8C6C-D0C7-A261-1C611382A0C3}"/>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CF9A1157-551F-3E97-7100-4C12F2AD66CA}"/>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7579C28B-2B83-4F5D-9816-92E5DF1FFE2F}"/>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F2EE83C7-3DEC-C118-4E7E-D898EF116577}"/>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7B7FD1AB-2312-C200-FC5C-B48002BBD8F8}"/>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E3A16B37-5EB5-1D8E-FE72-6A3993460E3A}"/>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13559ED4-A82C-BBFD-EAD1-22A94E7CC250}"/>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BF8BC7FD-59AB-7343-D2A1-7FA6B4EDB4F6}"/>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F2831234-330F-C041-E495-BD2E23B08873}"/>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0B3BD7E1-B974-3354-D31E-99AA54331BEA}"/>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6E27E991-EB20-4A61-C0FB-D341FFC76E5E}"/>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A9190D99-CFA7-F617-FE67-9C166E5E3823}"/>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8F54A652-ADC6-B321-FB9C-45CD2FEA68D6}"/>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9FB8B6E5-CB9E-BA3A-A4D3-0C55A1BA283B}"/>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7807FCE9-A41A-B179-12CF-A7B38F831DB4}"/>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9FED2BA4-E940-E89A-385D-828DABA88680}"/>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E1262742-3369-C3BA-22A7-8051F3E370B0}"/>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3A513B94-DB45-9550-74DB-807461FA15B7}"/>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CAA28DA2-48C3-6FDE-79D0-9FF756C9CC88}"/>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0ED05AC8-7F89-A71D-4E10-DA1A2B96CA9F}"/>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DAF53A1E-5984-C444-474F-C9D84C4DEB56}"/>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C92FE2E4-3253-1FDB-1851-6C62285F3D08}"/>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E9BBAF8A-0CFC-712F-29FB-5841C4A38441}"/>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460E3C77-42FA-B59B-00ED-9D4F50DCB10F}"/>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690B9307-EF45-86D3-3E49-6BB34ABDAB3F}"/>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A5A4D8B7-46ED-CF08-2E69-64ADF90E8963}"/>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09032B60-CE8D-7B1E-9EA5-652F92C96AF6}"/>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E9EB8B82-DC42-1AF6-A5EF-8D9848F5BA87}"/>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D2AD457A-24D7-B3AE-4CA3-AABFE9FB3D95}"/>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2B636288-9D9C-3069-99F8-E535E9464032}"/>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3EA0D263-84EE-35BC-FADD-498BD42CA0CD}"/>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27C2AB00-8495-103B-C684-4AA56AF93390}"/>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39174296-62DB-E737-D0AE-1FC8AD4DE216}"/>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A41E7B06-5F1C-04ED-86D0-29721ACC0CAB}"/>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6A672C4A-8B5D-647E-B92F-4A4ED0E95F15}"/>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68A9BA5D-6FDA-37E6-1A0B-790327B5B212}"/>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96DC76FC-D160-6913-341F-6F8B90D18466}"/>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B4F3EC44-9B7B-37D1-1AB1-4C3DF9F178E8}"/>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09659AD8-F279-99FB-0FA8-10FF599ADA92}"/>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9142F166-1258-4F2D-3145-478281B72945}"/>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D8DB1E69-33BC-2AC2-F29F-D53DCB498113}"/>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8FDBF8F2-2B3E-C210-EE38-C571B899C28A}"/>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882B0E20-FA5C-8B38-E3FC-FC15B1AFC498}"/>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ED981030-4473-1BB0-F3D5-2D3335D7B345}"/>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93DE699A-8076-A3AD-241B-46EFC5F85EE0}"/>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7AE27EAA-4091-92F9-E5D9-43817CC7EEBF}"/>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B6F06221-7EB8-D662-EF4B-7D851F813C38}"/>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480FC823-652F-974A-D60A-04F3EC574028}"/>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931FE1F5-7258-3523-3973-F2EBCF6B4894}"/>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F9AFCD19-CE4E-4A4C-1414-E39D25CEDF67}"/>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DE46DD4F-24F2-A723-3314-742280DFC4A6}"/>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BB7DC8D7-E225-0DE6-2E46-A1F486773320}"/>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48AB33A1-23B6-0F4E-0D48-33D32F728E5A}"/>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449E594A-53ED-C17E-5B11-A550C330B40B}"/>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A6CDD19F-FBDB-A76E-F690-EC211AEBE059}"/>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EBBD2C86-94B4-0067-A07D-BEF2D6753196}"/>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C35C5CA9-49CE-CB7D-E3BC-AE9DC9B01880}"/>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AB2BB2D3-26F7-B525-21BB-7E6BAD1C0051}"/>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7CBFC1F9-8E79-5B21-3709-80BDFC1ECE2F}"/>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A41CA6CC-6661-E000-9BC4-03DCCB3D266F}"/>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B513A8D4-F599-5CEB-7FB9-E4644268A346}"/>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FDA708A9-35EA-D7DF-54B3-F81556B8C7B3}"/>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0A3FB1A3-F909-CD60-58F7-254087935AC6}"/>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47EFBEB6-86B8-0BC9-E2EF-1A6A75F4D0A6}"/>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81F1C8DC-3EF8-E82B-ACCB-A3FAFE7363BF}"/>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C682E2F5-2B08-546B-8433-21A3AE490ACF}"/>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3643DFC3-D013-0605-AEFE-861D06A0D29A}"/>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1FAE3938-90B0-715F-0B41-2A930B15A5BE}"/>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61B0F052-A765-43CD-7331-188C69E2B30F}"/>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E324A052-3B05-651B-5CBF-4D2322AAB508}"/>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14FAA6C7-4E88-D8C8-13FD-8659399E316F}"/>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38B05C62-EA36-CC14-A6AC-0C43F1297BCF}"/>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2D9BE6AE-9A0F-0899-562A-1EA174D10A8E}"/>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7A32CD5F-E4B2-11CC-96EF-FD38EA4507C8}"/>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A5D00E01-3969-2C7E-B2BE-8AC898D98E72}"/>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0BEFACCD-AAFD-07B1-CC82-19A5599DFC00}"/>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297F0628-490D-A75E-1484-9B1F1D9A09D8}"/>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51B0FFDD-CA4E-C651-B013-18DDA71A5CC7}"/>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FDEF0F22-D3F0-D9AA-3153-37C44C84ACFA}"/>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34F7B4BA-A771-BE93-9881-744A3EB14356}"/>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777D6730-2F53-A70A-A883-8B7226671408}"/>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5267D9B9-97C5-301B-7F38-773A5BEAA5AE}"/>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C4632044-1871-6E9D-DDB4-C25F8CB861BF}"/>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05732632-3951-9E5C-9295-0827ED70C45D}"/>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A4BC43EB-11E4-403C-76E6-7BAA8274B818}"/>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2268C1E2-8F10-D029-514C-BEF873EB26CB}"/>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D2670771-038E-53B5-9967-85DAE176E06F}"/>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374EFDDA-CDFC-A4F3-8E5D-42A83C872DFB}"/>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88E31399-45FE-F695-39CD-A6B7B994DDCE}"/>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A06C5B05-703F-9BCE-7D42-828D7AEB92DA}"/>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D56C7DE4-BA69-E317-CFEE-555E8D1B0939}"/>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BD51B927-F798-9744-C8B5-5AE4E1C5B82C}"/>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D0C1D205-86B7-A17B-2CA8-5727F2C36C40}"/>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4F81F39A-6A39-BC3F-025F-3453DA411721}"/>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C32C7045-349C-5F35-5FFD-222355887280}"/>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16ED333D-66E5-E350-D2E8-164D5F56CBA6}"/>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821C8AC8-4C25-B8B7-F4C6-4DDE207F749A}"/>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AC64D795-3E47-8038-C8A4-7B71D8FF4E45}"/>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D114D73D-A826-EEBC-AFBF-41246902CB08}"/>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CF2F91E7-9EFF-C46D-2BFA-51EAC3310C6E}"/>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27B35F2D-5C4C-1F29-A536-1C51690226E5}"/>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26806F9E-D30F-97BD-F99A-6FEA4AE1371B}"/>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0E15C930-258E-0210-1207-F2A38E64D661}"/>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C41734CE-C70D-76D8-7232-7E08771E35DA}"/>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3ECEF348-A4C9-E8A1-3548-B7659F4FABCC}"/>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50F434F8-3DDD-125B-E7FD-8653D12B3774}"/>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82038939-ABEC-1D99-7E79-3D82A16477F7}"/>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851BE9B7-C962-A27F-772B-9BC787B703F0}"/>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F6817B26-B73D-09B9-C33E-D437453CA33B}"/>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FB02BED8-472A-97F2-6228-2B255C1BCED6}"/>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55425BE4-F975-CAB8-E861-2BB763473033}"/>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293B0743-0021-F9AB-2AC8-BB67C58BC078}"/>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C9556908-BF90-3C33-F4E8-E36B2DF01491}"/>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42EEB0EC-F01B-9F14-A8A5-EB02F4A22448}"/>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5E64AF47-ECB4-5C57-2650-50AD6674657B}"/>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9F7C2C1B-12DE-E140-2227-20C101594457}"/>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92DEE2D5-52EA-167E-BF22-80620D50E30E}"/>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BEBB895A-9B3E-BAB2-D2C9-7ADE36312241}"/>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75532919-8B3E-CA76-1667-4732CBA26724}"/>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1E8F9F34-F337-37D2-8724-62E823400122}"/>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0B23BCBD-152E-98F1-1A70-2E17E141EDCA}"/>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79EFC14D-B31B-B3A7-B2AD-15E95C2F327D}"/>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E123EC42-C6CA-312D-7C3D-2F1350ABDBB4}"/>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C280DB1E-DCDA-AE1A-4371-89F6E5479CA6}"/>
              </a:ext>
            </a:extLst>
          </p:cNvPr>
          <p:cNvSpPr txBox="1"/>
          <p:nvPr/>
        </p:nvSpPr>
        <p:spPr>
          <a:xfrm>
            <a:off x="8507186" y="4778573"/>
            <a:ext cx="832757" cy="307777"/>
          </a:xfrm>
          <a:prstGeom prst="rect">
            <a:avLst/>
          </a:prstGeom>
          <a:noFill/>
        </p:spPr>
        <p:txBody>
          <a:bodyPr wrap="square" rtlCol="0">
            <a:spAutoFit/>
          </a:bodyPr>
          <a:lstStyle/>
          <a:p>
            <a:r>
              <a:rPr lang="en-US" dirty="0"/>
              <a:t>19/20</a:t>
            </a:r>
          </a:p>
        </p:txBody>
      </p:sp>
    </p:spTree>
    <p:extLst>
      <p:ext uri="{BB962C8B-B14F-4D97-AF65-F5344CB8AC3E}">
        <p14:creationId xmlns:p14="http://schemas.microsoft.com/office/powerpoint/2010/main" val="4167941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820AB368-A205-C70E-E3E2-B7417EE3E807}"/>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F55C5F67-7E8C-4396-022D-9989B129846C}"/>
              </a:ext>
            </a:extLst>
          </p:cNvPr>
          <p:cNvSpPr txBox="1">
            <a:spLocks noGrp="1"/>
          </p:cNvSpPr>
          <p:nvPr>
            <p:ph type="title"/>
          </p:nvPr>
        </p:nvSpPr>
        <p:spPr>
          <a:xfrm>
            <a:off x="2856870" y="2073402"/>
            <a:ext cx="343026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Thank You!</a:t>
            </a:r>
            <a:endParaRPr dirty="0"/>
          </a:p>
        </p:txBody>
      </p:sp>
      <p:sp>
        <p:nvSpPr>
          <p:cNvPr id="4" name="TextBox 3">
            <a:extLst>
              <a:ext uri="{FF2B5EF4-FFF2-40B4-BE49-F238E27FC236}">
                <a16:creationId xmlns:a16="http://schemas.microsoft.com/office/drawing/2014/main" id="{CC141FFA-3D06-1FDD-C425-29493062F4BF}"/>
              </a:ext>
            </a:extLst>
          </p:cNvPr>
          <p:cNvSpPr txBox="1"/>
          <p:nvPr/>
        </p:nvSpPr>
        <p:spPr>
          <a:xfrm>
            <a:off x="8507186" y="4778573"/>
            <a:ext cx="832757" cy="307777"/>
          </a:xfrm>
          <a:prstGeom prst="rect">
            <a:avLst/>
          </a:prstGeom>
          <a:noFill/>
        </p:spPr>
        <p:txBody>
          <a:bodyPr wrap="square" rtlCol="0">
            <a:spAutoFit/>
          </a:bodyPr>
          <a:lstStyle/>
          <a:p>
            <a:r>
              <a:rPr lang="en-US"/>
              <a:t>20/20</a:t>
            </a:r>
            <a:endParaRPr lang="en-US" dirty="0"/>
          </a:p>
        </p:txBody>
      </p:sp>
    </p:spTree>
    <p:extLst>
      <p:ext uri="{BB962C8B-B14F-4D97-AF65-F5344CB8AC3E}">
        <p14:creationId xmlns:p14="http://schemas.microsoft.com/office/powerpoint/2010/main" val="424298228"/>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340</Words>
  <Application>Microsoft Office PowerPoint</Application>
  <PresentationFormat>On-screen Show (16:9)</PresentationFormat>
  <Paragraphs>125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Sora</vt:lpstr>
      <vt:lpstr>Arial</vt:lpstr>
      <vt:lpstr>Open Sans</vt:lpstr>
      <vt:lpstr>Software Engineering Business Plan by Slidesgo</vt:lpstr>
      <vt:lpstr>P.C.D. Partially Covered Detection (Team 14)</vt:lpstr>
      <vt:lpstr>PowerPoint Presentation</vt:lpstr>
      <vt:lpstr>Table of contents</vt:lpstr>
      <vt:lpstr>Problem Statement</vt:lpstr>
      <vt:lpstr>Problem Statement</vt:lpstr>
      <vt:lpstr>Use Cases</vt:lpstr>
      <vt:lpstr>Requirements/Constraints</vt:lpstr>
      <vt:lpstr>Live Demo</vt:lpstr>
      <vt:lpstr>Demo</vt:lpstr>
      <vt:lpstr>Methodology</vt:lpstr>
      <vt:lpstr>Process Overview</vt:lpstr>
      <vt:lpstr>2D Filtering</vt:lpstr>
      <vt:lpstr>Seed Point Acquisition</vt:lpstr>
      <vt:lpstr>3D Filtering</vt:lpstr>
      <vt:lpstr>3D Cluster Extraction</vt:lpstr>
      <vt:lpstr>Region Estimation</vt:lpstr>
      <vt:lpstr>Next Steps</vt:lpstr>
      <vt:lpstr>PowerPoint Presentation</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Harman Bassi</cp:lastModifiedBy>
  <cp:revision>1</cp:revision>
  <dcterms:modified xsi:type="dcterms:W3CDTF">2025-03-29T23:45:50Z</dcterms:modified>
</cp:coreProperties>
</file>